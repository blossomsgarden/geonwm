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 id="2147483671" r:id="rId3"/>
  </p:sldMasterIdLst>
  <p:notesMasterIdLst>
    <p:notesMasterId r:id="rId5"/>
  </p:notesMasterIdLst>
  <p:handoutMasterIdLst>
    <p:handoutMasterId r:id="rId7"/>
  </p:handoutMasterIdLst>
  <p:sldIdLst>
    <p:sldId id="1449" r:id="rId4"/>
    <p:sldId id="1452" r:id="rId6"/>
  </p:sldIdLst>
  <p:sldSz cx="12192000" cy="6858000"/>
  <p:notesSz cx="6858000" cy="9144000"/>
  <p:custDataLst>
    <p:tags r:id="rId1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素材" id="{548E6020-DE2C-4A43-8C4A-E92BE1952416}">
          <p14:sldIdLst>
            <p14:sldId id="1449"/>
            <p14:sldId id="1452"/>
          </p14:sldIdLst>
        </p14:section>
      </p14: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杨 伟洲" initials="杨" lastIdx="1" clrIdx="0"/>
  <p:cmAuthor id="2" name="Fish Zheng" initials="FZ" lastIdx="1" clrIdx="1"/>
  <p:cmAuthor id="3" name="Jiao, Hailong" initials="JH" lastIdx="0" clrIdx="2"/>
  <p:cmAuthor id="4" name="PKU" initials="P" lastIdx="1" clrIdx="3"/>
  <p:cmAuthor id="5" name="俊鸿 林" initials="俊林" lastIdx="8" clrIdx="4"/>
  <p:cmAuthor id="6" name="sun生活" initials="s" lastIdx="0" clrIdx="5"/>
  <p:cmAuthor id="7" name="Qian Li" initials="" lastIdx="0" clrIdx="6"/>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A0001"/>
    <a:srgbClr val="FF9933"/>
    <a:srgbClr val="CC3300"/>
    <a:srgbClr val="FFB9B9"/>
    <a:srgbClr val="063771"/>
    <a:srgbClr val="873A3A"/>
    <a:srgbClr val="FF9966"/>
    <a:srgbClr val="FFCC99"/>
    <a:srgbClr val="DECBCB"/>
    <a:srgbClr val="EFE7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162" autoAdjust="0"/>
    <p:restoredTop sz="90476" autoAdjust="0"/>
  </p:normalViewPr>
  <p:slideViewPr>
    <p:cSldViewPr snapToGrid="0">
      <p:cViewPr>
        <p:scale>
          <a:sx n="125" d="100"/>
          <a:sy n="125" d="100"/>
        </p:scale>
        <p:origin x="3786" y="516"/>
      </p:cViewPr>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62" d="100"/>
        <a:sy n="62" d="100"/>
      </p:scale>
      <p:origin x="0" y="0"/>
    </p:cViewPr>
  </p:sorterViewPr>
  <p:notesViewPr>
    <p:cSldViewPr snapToGrid="0">
      <p:cViewPr varScale="1">
        <p:scale>
          <a:sx n="80" d="100"/>
          <a:sy n="80" d="100"/>
        </p:scale>
        <p:origin x="2727" y="39"/>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handoutMaster" Target="handoutMasters/handoutMaster1.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2" Type="http://schemas.openxmlformats.org/officeDocument/2006/relationships/tags" Target="tags/tag1.xml"/><Relationship Id="rId11" Type="http://schemas.openxmlformats.org/officeDocument/2006/relationships/commentAuthors" Target="commentAuthors.xml"/><Relationship Id="rId10" Type="http://schemas.openxmlformats.org/officeDocument/2006/relationships/tableStyles" Target="tableStyles.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3610DDB-905A-4A04-B7B0-7DF1B7B0FEC2}"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09E608C-C41D-4E1C-9955-D8FBAEE2F112}"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399999-22BB-4EB1-820B-6F546983B52B}"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A75D99-2AE7-49F1-BB03-59E2BF5579C1}"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1">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stretch>
            <a:fillRect/>
          </a:stretch>
        </p:blipFill>
        <p:spPr>
          <a:xfrm>
            <a:off x="0" y="0"/>
            <a:ext cx="12192000" cy="3357217"/>
          </a:xfrm>
          <a:prstGeom prst="rect">
            <a:avLst/>
          </a:prstGeom>
        </p:spPr>
      </p:pic>
      <p:sp>
        <p:nvSpPr>
          <p:cNvPr id="4" name="矩形 3"/>
          <p:cNvSpPr/>
          <p:nvPr userDrawn="1"/>
        </p:nvSpPr>
        <p:spPr>
          <a:xfrm>
            <a:off x="-800" y="-7913"/>
            <a:ext cx="12192000" cy="3361208"/>
          </a:xfrm>
          <a:prstGeom prst="rect">
            <a:avLst/>
          </a:prstGeom>
          <a:solidFill>
            <a:srgbClr val="9A0001">
              <a:alpha val="2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userDrawn="1"/>
        </p:nvSpPr>
        <p:spPr>
          <a:xfrm>
            <a:off x="5303520" y="2562096"/>
            <a:ext cx="1584960" cy="15849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userDrawn="1"/>
        </p:nvGrpSpPr>
        <p:grpSpPr>
          <a:xfrm>
            <a:off x="5410200" y="2670375"/>
            <a:ext cx="1371600" cy="1368402"/>
            <a:chOff x="2105799" y="20055838"/>
            <a:chExt cx="6748090" cy="6732363"/>
          </a:xfrm>
          <a:solidFill>
            <a:srgbClr val="8B0012">
              <a:alpha val="80000"/>
            </a:srgbClr>
          </a:solidFill>
        </p:grpSpPr>
        <p:sp>
          <p:nvSpPr>
            <p:cNvPr id="7"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8"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9"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0"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1"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2"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3"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4"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5"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6"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7"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8"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9"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0"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1"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2"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3"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4"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5"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6"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7"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8"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9"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grpSp>
      <p:sp>
        <p:nvSpPr>
          <p:cNvPr id="36" name="文本占位符 35"/>
          <p:cNvSpPr>
            <a:spLocks noGrp="1"/>
          </p:cNvSpPr>
          <p:nvPr userDrawn="1">
            <p:ph type="body" sz="quarter" idx="10" hasCustomPrompt="1"/>
          </p:nvPr>
        </p:nvSpPr>
        <p:spPr>
          <a:xfrm>
            <a:off x="1606550" y="4264178"/>
            <a:ext cx="8975725" cy="781050"/>
          </a:xfrm>
        </p:spPr>
        <p:txBody>
          <a:bodyPr>
            <a:normAutofit/>
          </a:bodyPr>
          <a:lstStyle>
            <a:lvl1pPr marL="0" indent="0" algn="ctr" defTabSz="914400" rtl="0" eaLnBrk="1" latinLnBrk="0" hangingPunct="1">
              <a:lnSpc>
                <a:spcPct val="120000"/>
              </a:lnSpc>
              <a:buNone/>
              <a:defRPr lang="zh-CN" altLang="en-US" sz="4000" b="1" kern="1200" spc="300">
                <a:solidFill>
                  <a:schemeClr val="tx1">
                    <a:lumMod val="85000"/>
                    <a:lumOff val="15000"/>
                  </a:schemeClr>
                </a:solidFill>
                <a:latin typeface="+mn-lt"/>
                <a:ea typeface="Microsoft YaHei" panose="020B0503020204020204" pitchFamily="34" charset="-122"/>
                <a:cs typeface="Microsoft YaHei" panose="020B0503020204020204" pitchFamily="34" charset="-122"/>
              </a:defRPr>
            </a:lvl1pPr>
          </a:lstStyle>
          <a:p>
            <a:pPr algn="ctr">
              <a:lnSpc>
                <a:spcPct val="120000"/>
              </a:lnSpc>
              <a:defRPr/>
            </a:pPr>
            <a:r>
              <a:rPr lang="zh-CN" altLang="en-US" sz="4000" b="1" spc="300" dirty="0">
                <a:solidFill>
                  <a:schemeClr val="tx1">
                    <a:lumMod val="85000"/>
                    <a:lumOff val="15000"/>
                  </a:schemeClr>
                </a:solidFill>
                <a:latin typeface="Microsoft YaHei" panose="020B0503020204020204" pitchFamily="34" charset="-122"/>
                <a:ea typeface="Microsoft YaHei" panose="020B0503020204020204" pitchFamily="34" charset="-122"/>
                <a:cs typeface="经典圆体简" panose="02010609000101010101" pitchFamily="49" charset="-122"/>
                <a:sym typeface="Microsoft YaHei" panose="020B0503020204020204" pitchFamily="34" charset="-122"/>
              </a:rPr>
              <a:t>北京大学学术答辩通用</a:t>
            </a:r>
            <a:r>
              <a:rPr lang="en-US" altLang="zh-CN" sz="4000" b="1" spc="300" dirty="0">
                <a:solidFill>
                  <a:schemeClr val="tx1">
                    <a:lumMod val="85000"/>
                    <a:lumOff val="15000"/>
                  </a:schemeClr>
                </a:solidFill>
                <a:latin typeface="Microsoft YaHei" panose="020B0503020204020204" pitchFamily="34" charset="-122"/>
                <a:ea typeface="Microsoft YaHei" panose="020B0503020204020204" pitchFamily="34" charset="-122"/>
                <a:cs typeface="经典圆体简" panose="02010609000101010101" pitchFamily="49" charset="-122"/>
                <a:sym typeface="Microsoft YaHei" panose="020B0503020204020204" pitchFamily="34" charset="-122"/>
              </a:rPr>
              <a:t>PPT</a:t>
            </a:r>
            <a:r>
              <a:rPr lang="zh-CN" altLang="en-US" sz="4000" b="1" spc="300" dirty="0">
                <a:solidFill>
                  <a:schemeClr val="tx1">
                    <a:lumMod val="85000"/>
                    <a:lumOff val="15000"/>
                  </a:schemeClr>
                </a:solidFill>
                <a:latin typeface="Microsoft YaHei" panose="020B0503020204020204" pitchFamily="34" charset="-122"/>
                <a:ea typeface="Microsoft YaHei" panose="020B0503020204020204" pitchFamily="34" charset="-122"/>
                <a:cs typeface="经典圆体简" panose="02010609000101010101" pitchFamily="49" charset="-122"/>
                <a:sym typeface="Microsoft YaHei" panose="020B0503020204020204" pitchFamily="34" charset="-122"/>
              </a:rPr>
              <a:t>模板</a:t>
            </a:r>
            <a:endParaRPr lang="zh-CN" altLang="en-US" sz="4000" b="1" spc="300" dirty="0">
              <a:solidFill>
                <a:schemeClr val="tx1">
                  <a:lumMod val="85000"/>
                  <a:lumOff val="15000"/>
                </a:schemeClr>
              </a:solidFill>
              <a:latin typeface="Microsoft YaHei" panose="020B0503020204020204" pitchFamily="34" charset="-122"/>
              <a:ea typeface="Microsoft YaHei" panose="020B0503020204020204" pitchFamily="34" charset="-122"/>
              <a:cs typeface="经典圆体简" panose="02010609000101010101" pitchFamily="49" charset="-122"/>
              <a:sym typeface="Microsoft YaHei" panose="020B0503020204020204" pitchFamily="34" charset="-122"/>
            </a:endParaRPr>
          </a:p>
        </p:txBody>
      </p:sp>
      <p:sp>
        <p:nvSpPr>
          <p:cNvPr id="41" name="文本占位符 37"/>
          <p:cNvSpPr>
            <a:spLocks noGrp="1"/>
          </p:cNvSpPr>
          <p:nvPr>
            <p:ph type="body" sz="quarter" idx="11" hasCustomPrompt="1"/>
          </p:nvPr>
        </p:nvSpPr>
        <p:spPr>
          <a:xfrm>
            <a:off x="2244991" y="5389156"/>
            <a:ext cx="1987550" cy="341632"/>
          </a:xfrm>
          <a:noFill/>
        </p:spPr>
        <p:txBody>
          <a:bodyPr wrap="square" rtlCol="0">
            <a:spAutoFit/>
          </a:bodyPr>
          <a:lstStyle>
            <a:lvl1pPr marL="0" indent="0">
              <a:buNone/>
              <a:defRPr lang="zh-CN" altLang="en-US" sz="1800" dirty="0">
                <a:solidFill>
                  <a:srgbClr val="222A35"/>
                </a:solidFill>
                <a:latin typeface="Microsoft YaHei" panose="020B0503020204020204" pitchFamily="34" charset="-122"/>
                <a:ea typeface="Microsoft YaHei" panose="020B0503020204020204" pitchFamily="34" charset="-122"/>
              </a:defRPr>
            </a:lvl1pPr>
          </a:lstStyle>
          <a:p>
            <a:pPr marL="0" lvl="0"/>
            <a:r>
              <a:rPr lang="zh-CN" altLang="en-US" dirty="0"/>
              <a:t>答辩人：</a:t>
            </a:r>
            <a:r>
              <a:rPr lang="en-US" altLang="zh-CN" dirty="0"/>
              <a:t>XXX</a:t>
            </a:r>
            <a:endParaRPr lang="zh-CN" altLang="en-US" dirty="0"/>
          </a:p>
        </p:txBody>
      </p:sp>
      <p:sp>
        <p:nvSpPr>
          <p:cNvPr id="42" name="文本占位符 37"/>
          <p:cNvSpPr>
            <a:spLocks noGrp="1"/>
          </p:cNvSpPr>
          <p:nvPr>
            <p:ph type="body" sz="quarter" idx="12" hasCustomPrompt="1"/>
          </p:nvPr>
        </p:nvSpPr>
        <p:spPr>
          <a:xfrm>
            <a:off x="5102225" y="5389156"/>
            <a:ext cx="1987550" cy="341632"/>
          </a:xfrm>
          <a:noFill/>
        </p:spPr>
        <p:txBody>
          <a:bodyPr wrap="square" rtlCol="0">
            <a:spAutoFit/>
          </a:bodyPr>
          <a:lstStyle>
            <a:lvl1pPr marL="0" indent="0" algn="ctr">
              <a:buNone/>
              <a:defRPr lang="zh-CN" altLang="en-US" sz="1800" dirty="0">
                <a:solidFill>
                  <a:srgbClr val="222A35"/>
                </a:solidFill>
                <a:latin typeface="Microsoft YaHei" panose="020B0503020204020204" pitchFamily="34" charset="-122"/>
                <a:ea typeface="Microsoft YaHei" panose="020B0503020204020204" pitchFamily="34" charset="-122"/>
              </a:defRPr>
            </a:lvl1pPr>
          </a:lstStyle>
          <a:p>
            <a:pPr marL="0" lvl="0"/>
            <a:r>
              <a:rPr lang="zh-CN" altLang="en-US" dirty="0"/>
              <a:t>指导教师：</a:t>
            </a:r>
            <a:r>
              <a:rPr lang="en-US" altLang="zh-CN" dirty="0"/>
              <a:t>XXX</a:t>
            </a:r>
            <a:endParaRPr lang="zh-CN" altLang="en-US" dirty="0"/>
          </a:p>
        </p:txBody>
      </p:sp>
      <p:sp>
        <p:nvSpPr>
          <p:cNvPr id="43" name="文本占位符 37"/>
          <p:cNvSpPr>
            <a:spLocks noGrp="1"/>
          </p:cNvSpPr>
          <p:nvPr>
            <p:ph type="body" sz="quarter" idx="13" hasCustomPrompt="1"/>
          </p:nvPr>
        </p:nvSpPr>
        <p:spPr>
          <a:xfrm>
            <a:off x="7959460" y="5389156"/>
            <a:ext cx="1987550" cy="341632"/>
          </a:xfrm>
          <a:noFill/>
        </p:spPr>
        <p:txBody>
          <a:bodyPr wrap="square" rtlCol="0">
            <a:spAutoFit/>
          </a:bodyPr>
          <a:lstStyle>
            <a:lvl1pPr marL="0" indent="0" algn="r">
              <a:buNone/>
              <a:defRPr lang="zh-CN" altLang="en-US" sz="1800" dirty="0">
                <a:solidFill>
                  <a:srgbClr val="222A35"/>
                </a:solidFill>
                <a:latin typeface="Microsoft YaHei" panose="020B0503020204020204" pitchFamily="34" charset="-122"/>
                <a:ea typeface="Microsoft YaHei" panose="020B0503020204020204" pitchFamily="34" charset="-122"/>
              </a:defRPr>
            </a:lvl1pPr>
          </a:lstStyle>
          <a:p>
            <a:pPr marL="0" lvl="0"/>
            <a:r>
              <a:rPr lang="zh-CN" altLang="en-US" dirty="0"/>
              <a:t>院系：</a:t>
            </a:r>
            <a:r>
              <a:rPr lang="en-US" altLang="zh-CN" dirty="0"/>
              <a:t>XXX</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4部分">
    <p:spTree>
      <p:nvGrpSpPr>
        <p:cNvPr id="1" name=""/>
        <p:cNvGrpSpPr/>
        <p:nvPr/>
      </p:nvGrpSpPr>
      <p:grpSpPr>
        <a:xfrm>
          <a:off x="0" y="0"/>
          <a:ext cx="0" cy="0"/>
          <a:chOff x="0" y="0"/>
          <a:chExt cx="0" cy="0"/>
        </a:xfrm>
      </p:grpSpPr>
      <p:sp>
        <p:nvSpPr>
          <p:cNvPr id="55" name="矩形 54"/>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Microsoft YaHei" panose="020B0503020204020204" pitchFamily="34" charset="-122"/>
              <a:cs typeface="+mn-ea"/>
              <a:sym typeface="+mn-lt"/>
            </a:endParaRPr>
          </a:p>
        </p:txBody>
      </p:sp>
      <p:pic>
        <p:nvPicPr>
          <p:cNvPr id="35" name="图形 3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sp>
        <p:nvSpPr>
          <p:cNvPr id="7" name="矩形 6"/>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Microsoft YaHei" panose="020B0503020204020204" pitchFamily="34" charset="-122"/>
              <a:cs typeface="+mn-ea"/>
              <a:sym typeface="+mn-lt"/>
            </a:endParaRPr>
          </a:p>
        </p:txBody>
      </p:sp>
      <p:grpSp>
        <p:nvGrpSpPr>
          <p:cNvPr id="8" name="组合 7"/>
          <p:cNvGrpSpPr/>
          <p:nvPr userDrawn="1"/>
        </p:nvGrpSpPr>
        <p:grpSpPr>
          <a:xfrm>
            <a:off x="2296213"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Microsoft YaHei"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b="1" i="0" u="none" strike="noStrike" kern="2200" cap="none" spc="0" normalizeH="0" baseline="0" noProof="0" dirty="0">
                  <a:ln>
                    <a:noFill/>
                  </a:ln>
                  <a:solidFill>
                    <a:schemeClr val="accent1"/>
                  </a:solidFill>
                  <a:effectLst/>
                  <a:uLnTx/>
                  <a:uFillTx/>
                  <a:latin typeface="Arial" panose="020B0604020202020204"/>
                  <a:ea typeface="Microsoft YaHei" panose="020B0503020204020204" pitchFamily="34" charset="-122"/>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B0604020202020204"/>
                <a:ea typeface="Microsoft YaHei" panose="020B0503020204020204" pitchFamily="34" charset="-122"/>
                <a:cs typeface="+mn-ea"/>
                <a:sym typeface="+mn-lt"/>
              </a:endParaRPr>
            </a:p>
          </p:txBody>
        </p:sp>
        <p:sp>
          <p:nvSpPr>
            <p:cNvPr id="10" name="文本框 9"/>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2200" cap="none" spc="-20" normalizeH="0" baseline="0" noProof="0" dirty="0">
                  <a:ln>
                    <a:noFill/>
                  </a:ln>
                  <a:solidFill>
                    <a:schemeClr val="accent1"/>
                  </a:solidFill>
                  <a:effectLst/>
                  <a:uLnTx/>
                  <a:uFillTx/>
                  <a:latin typeface="Arial" panose="020B0604020202020204"/>
                  <a:ea typeface="Microsoft YaHei" panose="020B0503020204020204" pitchFamily="34" charset="-122"/>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B0604020202020204"/>
                <a:ea typeface="Microsoft YaHei" panose="020B0503020204020204" pitchFamily="34"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20" normalizeH="0" baseline="0" noProof="0" dirty="0">
                <a:ln>
                  <a:noFill/>
                </a:ln>
                <a:solidFill>
                  <a:schemeClr val="accent1"/>
                </a:solidFill>
                <a:effectLst/>
                <a:uLnTx/>
                <a:uFillTx/>
                <a:latin typeface="Arial" panose="020B0604020202020204"/>
                <a:ea typeface="Microsoft YaHei" panose="020B0503020204020204" pitchFamily="34" charset="-122"/>
                <a:cs typeface="+mn-ea"/>
                <a:sym typeface="+mn-lt"/>
              </a:endParaRPr>
            </a:p>
          </p:txBody>
        </p:sp>
      </p:grpSp>
      <p:sp>
        <p:nvSpPr>
          <p:cNvPr id="45" name="文本占位符 40"/>
          <p:cNvSpPr>
            <a:spLocks noGrp="1"/>
          </p:cNvSpPr>
          <p:nvPr>
            <p:ph type="body" sz="quarter" idx="10" hasCustomPrompt="1"/>
          </p:nvPr>
        </p:nvSpPr>
        <p:spPr>
          <a:xfrm>
            <a:off x="7825514" y="1561152"/>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6" name="文本占位符 40"/>
          <p:cNvSpPr>
            <a:spLocks noGrp="1"/>
          </p:cNvSpPr>
          <p:nvPr>
            <p:ph type="body" sz="quarter" idx="11" hasCustomPrompt="1"/>
          </p:nvPr>
        </p:nvSpPr>
        <p:spPr>
          <a:xfrm>
            <a:off x="7825514" y="2650906"/>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7" name="文本占位符 40"/>
          <p:cNvSpPr>
            <a:spLocks noGrp="1"/>
          </p:cNvSpPr>
          <p:nvPr>
            <p:ph type="body" sz="quarter" idx="12" hasCustomPrompt="1"/>
          </p:nvPr>
        </p:nvSpPr>
        <p:spPr>
          <a:xfrm>
            <a:off x="7825514" y="3740660"/>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9" name="文本占位符 40"/>
          <p:cNvSpPr>
            <a:spLocks noGrp="1"/>
          </p:cNvSpPr>
          <p:nvPr>
            <p:ph type="body" sz="quarter" idx="14" hasCustomPrompt="1"/>
          </p:nvPr>
        </p:nvSpPr>
        <p:spPr>
          <a:xfrm>
            <a:off x="7825514" y="4830414"/>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50" name="文本框 49"/>
          <p:cNvSpPr txBox="1"/>
          <p:nvPr userDrawn="1"/>
        </p:nvSpPr>
        <p:spPr>
          <a:xfrm>
            <a:off x="6814866" y="15126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51" name="文本框 50"/>
          <p:cNvSpPr txBox="1"/>
          <p:nvPr userDrawn="1"/>
        </p:nvSpPr>
        <p:spPr>
          <a:xfrm>
            <a:off x="6814866" y="2596050"/>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52" name="文本框 51"/>
          <p:cNvSpPr txBox="1"/>
          <p:nvPr userDrawn="1"/>
        </p:nvSpPr>
        <p:spPr>
          <a:xfrm>
            <a:off x="6814866" y="3679496"/>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53" name="文本框 52"/>
          <p:cNvSpPr txBox="1"/>
          <p:nvPr userDrawn="1"/>
        </p:nvSpPr>
        <p:spPr>
          <a:xfrm>
            <a:off x="6814866" y="4762941"/>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grpSp>
        <p:nvGrpSpPr>
          <p:cNvPr id="56" name="组合 55"/>
          <p:cNvGrpSpPr/>
          <p:nvPr userDrawn="1"/>
        </p:nvGrpSpPr>
        <p:grpSpPr>
          <a:xfrm>
            <a:off x="2425132" y="3183822"/>
            <a:ext cx="1945700" cy="1941162"/>
            <a:chOff x="2105799" y="20055838"/>
            <a:chExt cx="6748090" cy="6732363"/>
          </a:xfrm>
          <a:solidFill>
            <a:schemeClr val="accent1"/>
          </a:solidFill>
        </p:grpSpPr>
        <p:sp>
          <p:nvSpPr>
            <p:cNvPr id="57"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58"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59"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60"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61"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62"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63"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64"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65"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66"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67"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68"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69"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70"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71"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72"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73"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74"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75"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76"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77"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78"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79" name="Freeform 71"/>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Microsoft YaHei" panose="020B0503020204020204" pitchFamily="34" charset="-122"/>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5部分">
    <p:spTree>
      <p:nvGrpSpPr>
        <p:cNvPr id="1" name=""/>
        <p:cNvGrpSpPr/>
        <p:nvPr/>
      </p:nvGrpSpPr>
      <p:grpSpPr>
        <a:xfrm>
          <a:off x="0" y="0"/>
          <a:ext cx="0" cy="0"/>
          <a:chOff x="0" y="0"/>
          <a:chExt cx="0" cy="0"/>
        </a:xfrm>
      </p:grpSpPr>
      <p:sp>
        <p:nvSpPr>
          <p:cNvPr id="6" name="矩形 5"/>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Microsoft YaHei" panose="020B0503020204020204" pitchFamily="34" charset="-122"/>
              <a:cs typeface="+mn-ea"/>
              <a:sym typeface="+mn-lt"/>
            </a:endParaRPr>
          </a:p>
        </p:txBody>
      </p:sp>
      <p:sp>
        <p:nvSpPr>
          <p:cNvPr id="71" name="矩形 70"/>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Microsoft YaHei" panose="020B0503020204020204" pitchFamily="34" charset="-122"/>
              <a:cs typeface="+mn-ea"/>
              <a:sym typeface="+mn-lt"/>
            </a:endParaRPr>
          </a:p>
        </p:txBody>
      </p:sp>
      <p:pic>
        <p:nvPicPr>
          <p:cNvPr id="35" name="图形 3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grpSp>
        <p:nvGrpSpPr>
          <p:cNvPr id="8" name="组合 7"/>
          <p:cNvGrpSpPr/>
          <p:nvPr userDrawn="1"/>
        </p:nvGrpSpPr>
        <p:grpSpPr>
          <a:xfrm>
            <a:off x="2296213"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Microsoft YaHei"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b="1" i="0" u="none" strike="noStrike" kern="2200" cap="none" spc="0" normalizeH="0" baseline="0" noProof="0" dirty="0">
                  <a:ln>
                    <a:noFill/>
                  </a:ln>
                  <a:solidFill>
                    <a:schemeClr val="accent1"/>
                  </a:solidFill>
                  <a:effectLst/>
                  <a:uLnTx/>
                  <a:uFillTx/>
                  <a:latin typeface="Arial" panose="020B0604020202020204"/>
                  <a:ea typeface="Microsoft YaHei" panose="020B0503020204020204" pitchFamily="34" charset="-122"/>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B0604020202020204"/>
                <a:ea typeface="Microsoft YaHei" panose="020B0503020204020204" pitchFamily="34" charset="-122"/>
                <a:cs typeface="+mn-ea"/>
                <a:sym typeface="+mn-lt"/>
              </a:endParaRPr>
            </a:p>
          </p:txBody>
        </p:sp>
        <p:sp>
          <p:nvSpPr>
            <p:cNvPr id="10" name="文本框 9"/>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2200" cap="none" spc="-20" normalizeH="0" baseline="0" noProof="0" dirty="0">
                  <a:ln>
                    <a:noFill/>
                  </a:ln>
                  <a:solidFill>
                    <a:schemeClr val="accent1"/>
                  </a:solidFill>
                  <a:effectLst/>
                  <a:uLnTx/>
                  <a:uFillTx/>
                  <a:latin typeface="Arial" panose="020B0604020202020204"/>
                  <a:ea typeface="Microsoft YaHei" panose="020B0503020204020204" pitchFamily="34" charset="-122"/>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B0604020202020204"/>
                <a:ea typeface="Microsoft YaHei" panose="020B0503020204020204" pitchFamily="34"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20" normalizeH="0" baseline="0" noProof="0" dirty="0">
                <a:ln>
                  <a:noFill/>
                </a:ln>
                <a:solidFill>
                  <a:schemeClr val="accent1"/>
                </a:solidFill>
                <a:effectLst/>
                <a:uLnTx/>
                <a:uFillTx/>
                <a:latin typeface="Arial" panose="020B0604020202020204"/>
                <a:ea typeface="Microsoft YaHei" panose="020B0503020204020204" pitchFamily="34" charset="-122"/>
                <a:cs typeface="+mn-ea"/>
                <a:sym typeface="+mn-lt"/>
              </a:endParaRPr>
            </a:p>
          </p:txBody>
        </p:sp>
      </p:grpSp>
      <p:sp>
        <p:nvSpPr>
          <p:cNvPr id="41" name="文本占位符 40"/>
          <p:cNvSpPr>
            <a:spLocks noGrp="1"/>
          </p:cNvSpPr>
          <p:nvPr>
            <p:ph type="body" sz="quarter" idx="10" hasCustomPrompt="1"/>
          </p:nvPr>
        </p:nvSpPr>
        <p:spPr>
          <a:xfrm>
            <a:off x="7819905" y="14087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2" name="文本占位符 40"/>
          <p:cNvSpPr>
            <a:spLocks noGrp="1"/>
          </p:cNvSpPr>
          <p:nvPr>
            <p:ph type="body" sz="quarter" idx="11" hasCustomPrompt="1"/>
          </p:nvPr>
        </p:nvSpPr>
        <p:spPr>
          <a:xfrm>
            <a:off x="7819905" y="23022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3" name="文本占位符 40"/>
          <p:cNvSpPr>
            <a:spLocks noGrp="1"/>
          </p:cNvSpPr>
          <p:nvPr>
            <p:ph type="body" sz="quarter" idx="12" hasCustomPrompt="1"/>
          </p:nvPr>
        </p:nvSpPr>
        <p:spPr>
          <a:xfrm>
            <a:off x="7819905" y="31956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4" name="文本占位符 40"/>
          <p:cNvSpPr>
            <a:spLocks noGrp="1"/>
          </p:cNvSpPr>
          <p:nvPr>
            <p:ph type="body" sz="quarter" idx="13" hasCustomPrompt="1"/>
          </p:nvPr>
        </p:nvSpPr>
        <p:spPr>
          <a:xfrm>
            <a:off x="7819905" y="4982551"/>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36" name="文本占位符 40"/>
          <p:cNvSpPr>
            <a:spLocks noGrp="1"/>
          </p:cNvSpPr>
          <p:nvPr>
            <p:ph type="body" sz="quarter" idx="14" hasCustomPrompt="1"/>
          </p:nvPr>
        </p:nvSpPr>
        <p:spPr>
          <a:xfrm>
            <a:off x="7819905" y="40891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2" name="文本框 1"/>
          <p:cNvSpPr txBox="1"/>
          <p:nvPr userDrawn="1"/>
        </p:nvSpPr>
        <p:spPr>
          <a:xfrm>
            <a:off x="6809256" y="13602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p:cNvSpPr txBox="1"/>
          <p:nvPr userDrawn="1"/>
        </p:nvSpPr>
        <p:spPr>
          <a:xfrm>
            <a:off x="6809256" y="2253654"/>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p:cNvSpPr txBox="1"/>
          <p:nvPr userDrawn="1"/>
        </p:nvSpPr>
        <p:spPr>
          <a:xfrm>
            <a:off x="6809256" y="3148379"/>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p:cNvSpPr txBox="1"/>
          <p:nvPr userDrawn="1"/>
        </p:nvSpPr>
        <p:spPr>
          <a:xfrm>
            <a:off x="6809256" y="4021629"/>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p:cNvSpPr txBox="1"/>
          <p:nvPr userDrawn="1"/>
        </p:nvSpPr>
        <p:spPr>
          <a:xfrm>
            <a:off x="6809256" y="4921514"/>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grpSp>
        <p:nvGrpSpPr>
          <p:cNvPr id="47" name="组合 46"/>
          <p:cNvGrpSpPr/>
          <p:nvPr userDrawn="1"/>
        </p:nvGrpSpPr>
        <p:grpSpPr>
          <a:xfrm>
            <a:off x="2425132" y="3183822"/>
            <a:ext cx="1945700" cy="1941162"/>
            <a:chOff x="2105799" y="20055838"/>
            <a:chExt cx="6748090" cy="6732363"/>
          </a:xfrm>
          <a:solidFill>
            <a:schemeClr val="accent1"/>
          </a:solidFill>
        </p:grpSpPr>
        <p:sp>
          <p:nvSpPr>
            <p:cNvPr id="48"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49"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50"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51"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52"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53"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54"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55"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56"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57"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58"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59"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60"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61"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62"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63"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64"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65"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66"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67"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68"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69"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70" name="Freeform 71"/>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Microsoft YaHei" panose="020B0503020204020204" pitchFamily="34" charset="-122"/>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录-6部分">
    <p:spTree>
      <p:nvGrpSpPr>
        <p:cNvPr id="1" name=""/>
        <p:cNvGrpSpPr/>
        <p:nvPr/>
      </p:nvGrpSpPr>
      <p:grpSpPr>
        <a:xfrm>
          <a:off x="0" y="0"/>
          <a:ext cx="0" cy="0"/>
          <a:chOff x="0" y="0"/>
          <a:chExt cx="0" cy="0"/>
        </a:xfrm>
      </p:grpSpPr>
      <p:sp>
        <p:nvSpPr>
          <p:cNvPr id="6" name="矩形 5"/>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Microsoft YaHei" panose="020B0503020204020204" pitchFamily="34" charset="-122"/>
              <a:cs typeface="+mn-ea"/>
              <a:sym typeface="+mn-lt"/>
            </a:endParaRPr>
          </a:p>
        </p:txBody>
      </p:sp>
      <p:pic>
        <p:nvPicPr>
          <p:cNvPr id="35" name="图形 3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sp>
        <p:nvSpPr>
          <p:cNvPr id="49" name="矩形 48"/>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Microsoft YaHei" panose="020B0503020204020204" pitchFamily="34" charset="-122"/>
              <a:cs typeface="+mn-ea"/>
              <a:sym typeface="+mn-lt"/>
            </a:endParaRPr>
          </a:p>
        </p:txBody>
      </p:sp>
      <p:grpSp>
        <p:nvGrpSpPr>
          <p:cNvPr id="8" name="组合 7"/>
          <p:cNvGrpSpPr/>
          <p:nvPr userDrawn="1"/>
        </p:nvGrpSpPr>
        <p:grpSpPr>
          <a:xfrm>
            <a:off x="2296213"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Microsoft YaHei"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b="1" i="0" u="none" strike="noStrike" kern="2200" cap="none" spc="0" normalizeH="0" baseline="0" noProof="0" dirty="0">
                  <a:ln>
                    <a:noFill/>
                  </a:ln>
                  <a:solidFill>
                    <a:schemeClr val="accent1"/>
                  </a:solidFill>
                  <a:effectLst/>
                  <a:uLnTx/>
                  <a:uFillTx/>
                  <a:latin typeface="Arial" panose="020B0604020202020204"/>
                  <a:ea typeface="Microsoft YaHei" panose="020B0503020204020204" pitchFamily="34" charset="-122"/>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B0604020202020204"/>
                <a:ea typeface="Microsoft YaHei" panose="020B0503020204020204" pitchFamily="34" charset="-122"/>
                <a:cs typeface="+mn-ea"/>
                <a:sym typeface="+mn-lt"/>
              </a:endParaRPr>
            </a:p>
          </p:txBody>
        </p:sp>
        <p:sp>
          <p:nvSpPr>
            <p:cNvPr id="10" name="文本框 9"/>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2200" cap="none" spc="-20" normalizeH="0" baseline="0" noProof="0" dirty="0">
                  <a:ln>
                    <a:noFill/>
                  </a:ln>
                  <a:solidFill>
                    <a:schemeClr val="accent1"/>
                  </a:solidFill>
                  <a:effectLst/>
                  <a:uLnTx/>
                  <a:uFillTx/>
                  <a:latin typeface="Arial" panose="020B0604020202020204"/>
                  <a:ea typeface="Microsoft YaHei" panose="020B0503020204020204" pitchFamily="34" charset="-122"/>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B0604020202020204"/>
                <a:ea typeface="Microsoft YaHei" panose="020B0503020204020204" pitchFamily="34"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20" normalizeH="0" baseline="0" noProof="0" dirty="0">
                <a:ln>
                  <a:noFill/>
                </a:ln>
                <a:solidFill>
                  <a:schemeClr val="accent1"/>
                </a:solidFill>
                <a:effectLst/>
                <a:uLnTx/>
                <a:uFillTx/>
                <a:latin typeface="Arial" panose="020B0604020202020204"/>
                <a:ea typeface="Microsoft YaHei" panose="020B0503020204020204" pitchFamily="34" charset="-122"/>
                <a:cs typeface="+mn-ea"/>
                <a:sym typeface="+mn-lt"/>
              </a:endParaRPr>
            </a:p>
          </p:txBody>
        </p:sp>
      </p:grpSp>
      <p:grpSp>
        <p:nvGrpSpPr>
          <p:cNvPr id="11" name="组合 10"/>
          <p:cNvGrpSpPr/>
          <p:nvPr userDrawn="1"/>
        </p:nvGrpSpPr>
        <p:grpSpPr>
          <a:xfrm>
            <a:off x="2425132" y="3183822"/>
            <a:ext cx="1945700" cy="1941162"/>
            <a:chOff x="2105799" y="20055838"/>
            <a:chExt cx="6748090" cy="6732363"/>
          </a:xfrm>
          <a:solidFill>
            <a:schemeClr val="accent1"/>
          </a:solidFill>
        </p:grpSpPr>
        <p:sp>
          <p:nvSpPr>
            <p:cNvPr id="12"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13"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14"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15"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16"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17"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18"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19"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20"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21"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22"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23"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24"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25"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26"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27"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28"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29"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30"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31"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32"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33"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34" name="Freeform 71"/>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Microsoft YaHei" panose="020B0503020204020204" pitchFamily="34" charset="-122"/>
                <a:cs typeface="+mn-ea"/>
                <a:sym typeface="+mn-lt"/>
              </a:endParaRPr>
            </a:p>
          </p:txBody>
        </p:sp>
      </p:grpSp>
      <p:sp>
        <p:nvSpPr>
          <p:cNvPr id="41" name="文本占位符 40"/>
          <p:cNvSpPr>
            <a:spLocks noGrp="1"/>
          </p:cNvSpPr>
          <p:nvPr>
            <p:ph type="body" sz="quarter" idx="10" hasCustomPrompt="1"/>
          </p:nvPr>
        </p:nvSpPr>
        <p:spPr>
          <a:xfrm>
            <a:off x="7819905" y="131731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2" name="文本占位符 40"/>
          <p:cNvSpPr>
            <a:spLocks noGrp="1"/>
          </p:cNvSpPr>
          <p:nvPr>
            <p:ph type="body" sz="quarter" idx="11" hasCustomPrompt="1"/>
          </p:nvPr>
        </p:nvSpPr>
        <p:spPr>
          <a:xfrm>
            <a:off x="7819905" y="206788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3" name="文本占位符 40"/>
          <p:cNvSpPr>
            <a:spLocks noGrp="1"/>
          </p:cNvSpPr>
          <p:nvPr>
            <p:ph type="body" sz="quarter" idx="12" hasCustomPrompt="1"/>
          </p:nvPr>
        </p:nvSpPr>
        <p:spPr>
          <a:xfrm>
            <a:off x="7819905" y="281845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4" name="文本占位符 40"/>
          <p:cNvSpPr>
            <a:spLocks noGrp="1"/>
          </p:cNvSpPr>
          <p:nvPr>
            <p:ph type="body" sz="quarter" idx="13" hasCustomPrompt="1"/>
          </p:nvPr>
        </p:nvSpPr>
        <p:spPr>
          <a:xfrm>
            <a:off x="7819905" y="431959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36" name="文本占位符 40"/>
          <p:cNvSpPr>
            <a:spLocks noGrp="1"/>
          </p:cNvSpPr>
          <p:nvPr>
            <p:ph type="body" sz="quarter" idx="14" hasCustomPrompt="1"/>
          </p:nvPr>
        </p:nvSpPr>
        <p:spPr>
          <a:xfrm>
            <a:off x="7819905" y="356902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2" name="文本框 1"/>
          <p:cNvSpPr txBox="1"/>
          <p:nvPr userDrawn="1"/>
        </p:nvSpPr>
        <p:spPr>
          <a:xfrm>
            <a:off x="6809256" y="126876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p:cNvSpPr txBox="1"/>
          <p:nvPr userDrawn="1"/>
        </p:nvSpPr>
        <p:spPr>
          <a:xfrm>
            <a:off x="6809256" y="2016836"/>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p:cNvSpPr txBox="1"/>
          <p:nvPr userDrawn="1"/>
        </p:nvSpPr>
        <p:spPr>
          <a:xfrm>
            <a:off x="6809256" y="2764908"/>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p:cNvSpPr txBox="1"/>
          <p:nvPr userDrawn="1"/>
        </p:nvSpPr>
        <p:spPr>
          <a:xfrm>
            <a:off x="6809256" y="3512980"/>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p:cNvSpPr txBox="1"/>
          <p:nvPr userDrawn="1"/>
        </p:nvSpPr>
        <p:spPr>
          <a:xfrm>
            <a:off x="6809256" y="4261052"/>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sp>
        <p:nvSpPr>
          <p:cNvPr id="47" name="文本占位符 40"/>
          <p:cNvSpPr>
            <a:spLocks noGrp="1"/>
          </p:cNvSpPr>
          <p:nvPr>
            <p:ph type="body" sz="quarter" idx="15" hasCustomPrompt="1"/>
          </p:nvPr>
        </p:nvSpPr>
        <p:spPr>
          <a:xfrm>
            <a:off x="7819905" y="5070163"/>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8" name="文本框 47"/>
          <p:cNvSpPr txBox="1"/>
          <p:nvPr userDrawn="1"/>
        </p:nvSpPr>
        <p:spPr>
          <a:xfrm>
            <a:off x="6809256" y="5009126"/>
            <a:ext cx="675822" cy="584775"/>
          </a:xfrm>
          <a:prstGeom prst="rect">
            <a:avLst/>
          </a:prstGeom>
          <a:noFill/>
        </p:spPr>
        <p:txBody>
          <a:bodyPr wrap="square" rtlCol="0">
            <a:spAutoFit/>
          </a:bodyPr>
          <a:lstStyle/>
          <a:p>
            <a:r>
              <a:rPr lang="en-US" altLang="zh-CN" sz="3200" b="1" dirty="0">
                <a:solidFill>
                  <a:srgbClr val="9A0001"/>
                </a:solidFill>
              </a:rPr>
              <a:t>06.</a:t>
            </a:r>
            <a:endParaRPr lang="zh-CN" altLang="en-US" sz="3200" b="1" dirty="0">
              <a:solidFill>
                <a:srgbClr val="9A000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章节页">
    <p:spTree>
      <p:nvGrpSpPr>
        <p:cNvPr id="1" name=""/>
        <p:cNvGrpSpPr/>
        <p:nvPr/>
      </p:nvGrpSpPr>
      <p:grpSpPr>
        <a:xfrm>
          <a:off x="0" y="0"/>
          <a:ext cx="0" cy="0"/>
          <a:chOff x="0" y="0"/>
          <a:chExt cx="0" cy="0"/>
        </a:xfrm>
      </p:grpSpPr>
      <p:sp>
        <p:nvSpPr>
          <p:cNvPr id="66" name="矩形 65"/>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Microsoft YaHei" panose="020B0503020204020204" pitchFamily="34" charset="-122"/>
              <a:cs typeface="+mn-ea"/>
              <a:sym typeface="+mn-lt"/>
            </a:endParaRPr>
          </a:p>
        </p:txBody>
      </p:sp>
      <p:cxnSp>
        <p:nvCxnSpPr>
          <p:cNvPr id="70" name="直接连接符 69"/>
          <p:cNvCxnSpPr/>
          <p:nvPr/>
        </p:nvCxnSpPr>
        <p:spPr>
          <a:xfrm>
            <a:off x="996403" y="3428999"/>
            <a:ext cx="37739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占位符 3"/>
          <p:cNvSpPr>
            <a:spLocks noGrp="1"/>
          </p:cNvSpPr>
          <p:nvPr userDrawn="1">
            <p:ph type="body" sz="quarter" idx="10" hasCustomPrompt="1"/>
          </p:nvPr>
        </p:nvSpPr>
        <p:spPr>
          <a:xfrm>
            <a:off x="2465501" y="2552244"/>
            <a:ext cx="5716686" cy="707886"/>
          </a:xfrm>
        </p:spPr>
        <p:txBody>
          <a:bodyPr anchor="ctr" anchorCtr="0">
            <a:normAutofit/>
          </a:bodyPr>
          <a:lstStyle>
            <a:lvl1pPr marL="0" indent="0">
              <a:buFontTx/>
              <a:buNone/>
              <a:defRPr kumimoji="0" lang="zh-CN" altLang="en-US" sz="4000" b="1" i="0" u="none" strike="noStrike" kern="1200" cap="none" spc="0" normalizeH="0" baseline="0" dirty="0" smtClean="0">
                <a:ln>
                  <a:noFill/>
                </a:ln>
                <a:solidFill>
                  <a:prstClr val="white"/>
                </a:solidFill>
                <a:effectLst/>
                <a:uLnTx/>
                <a:uFillTx/>
                <a:latin typeface="Arial" panose="020B0604020202020204"/>
                <a:ea typeface="Microsoft YaHei" panose="020B0503020204020204" pitchFamily="34"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XX</a:t>
            </a:r>
            <a:endParaRPr lang="zh-CN" altLang="en-US" dirty="0"/>
          </a:p>
        </p:txBody>
      </p:sp>
      <p:sp>
        <p:nvSpPr>
          <p:cNvPr id="127" name="文本占位符 3"/>
          <p:cNvSpPr>
            <a:spLocks noGrp="1"/>
          </p:cNvSpPr>
          <p:nvPr>
            <p:ph type="body" sz="quarter" idx="11" hasCustomPrompt="1"/>
          </p:nvPr>
        </p:nvSpPr>
        <p:spPr>
          <a:xfrm>
            <a:off x="882188" y="3684327"/>
            <a:ext cx="7299999" cy="887667"/>
          </a:xfrm>
        </p:spPr>
        <p:txBody>
          <a:bodyPr>
            <a:noAutofit/>
          </a:bodyPr>
          <a:lstStyle>
            <a:lvl1pPr marL="0" indent="0">
              <a:buFontTx/>
              <a:buNone/>
              <a:defRPr lang="zh-CN" altLang="en-US" sz="4800" b="1" kern="1200" spc="400" dirty="0" smtClean="0">
                <a:solidFill>
                  <a:prstClr val="white"/>
                </a:solidFill>
                <a:latin typeface="Arial" panose="020B0604020202020204"/>
                <a:ea typeface="Microsoft YaHei" panose="020B0503020204020204" pitchFamily="34"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输入标题文本</a:t>
            </a:r>
            <a:endParaRPr lang="zh-CN" altLang="en-US" dirty="0"/>
          </a:p>
        </p:txBody>
      </p:sp>
      <p:pic>
        <p:nvPicPr>
          <p:cNvPr id="128" name="图形 12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3687" y="1559486"/>
            <a:ext cx="5172316" cy="3739027"/>
          </a:xfrm>
          <a:prstGeom prst="rect">
            <a:avLst/>
          </a:prstGeom>
        </p:spPr>
      </p:pic>
      <p:grpSp>
        <p:nvGrpSpPr>
          <p:cNvPr id="62" name="组合 61"/>
          <p:cNvGrpSpPr/>
          <p:nvPr userDrawn="1"/>
        </p:nvGrpSpPr>
        <p:grpSpPr>
          <a:xfrm>
            <a:off x="1654090" y="1145460"/>
            <a:ext cx="1477533" cy="108755"/>
            <a:chOff x="4616246" y="3878362"/>
            <a:chExt cx="5571416" cy="410087"/>
          </a:xfrm>
          <a:solidFill>
            <a:schemeClr val="tx1">
              <a:alpha val="80000"/>
            </a:schemeClr>
          </a:solidFill>
        </p:grpSpPr>
        <p:sp>
          <p:nvSpPr>
            <p:cNvPr id="63"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64"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65"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67"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68"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69"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71"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29"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30"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31"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32"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33"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34"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35"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36"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37"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138" name="组合 137"/>
          <p:cNvGrpSpPr/>
          <p:nvPr userDrawn="1"/>
        </p:nvGrpSpPr>
        <p:grpSpPr>
          <a:xfrm>
            <a:off x="1651541" y="660313"/>
            <a:ext cx="1483481" cy="423973"/>
            <a:chOff x="4606634" y="2048989"/>
            <a:chExt cx="5593843" cy="1598699"/>
          </a:xfrm>
          <a:solidFill>
            <a:schemeClr val="accent1">
              <a:alpha val="80000"/>
            </a:schemeClr>
          </a:solidFill>
        </p:grpSpPr>
        <p:sp>
          <p:nvSpPr>
            <p:cNvPr id="139"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40"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41"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42"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43"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44"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45"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46"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47"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48"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49"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0"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151" name="组合 150"/>
          <p:cNvGrpSpPr/>
          <p:nvPr userDrawn="1"/>
        </p:nvGrpSpPr>
        <p:grpSpPr>
          <a:xfrm>
            <a:off x="882188" y="613507"/>
            <a:ext cx="664422" cy="662874"/>
            <a:chOff x="2105799" y="20055838"/>
            <a:chExt cx="6748090" cy="6732363"/>
          </a:xfrm>
          <a:solidFill>
            <a:schemeClr val="accent1">
              <a:alpha val="80000"/>
            </a:schemeClr>
          </a:solidFill>
        </p:grpSpPr>
        <p:sp>
          <p:nvSpPr>
            <p:cNvPr id="152"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53"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54"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55"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56"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57"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58"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59"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60"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61"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62"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63"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64"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65"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66"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67"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68"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69"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70"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71"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72"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73"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74"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grpSp>
      <p:sp>
        <p:nvSpPr>
          <p:cNvPr id="5" name="矩形 4"/>
          <p:cNvSpPr/>
          <p:nvPr userDrawn="1"/>
        </p:nvSpPr>
        <p:spPr>
          <a:xfrm>
            <a:off x="875308" y="2536911"/>
            <a:ext cx="1503040" cy="707886"/>
          </a:xfrm>
          <a:prstGeom prst="rect">
            <a:avLst/>
          </a:prstGeom>
        </p:spPr>
        <p:txBody>
          <a:bodyPr wrap="none">
            <a:spAutoFit/>
          </a:bodyPr>
          <a:lstStyle/>
          <a:p>
            <a:r>
              <a:rPr kumimoji="0" lang="en-US" altLang="zh-CN" sz="4000" b="0" i="0" u="none" strike="noStrike" kern="1200" cap="none" spc="0" normalizeH="0" baseline="0" dirty="0">
                <a:ln>
                  <a:noFill/>
                </a:ln>
                <a:solidFill>
                  <a:prstClr val="white"/>
                </a:solidFill>
                <a:effectLst/>
                <a:uLnTx/>
                <a:uFillTx/>
                <a:latin typeface="Arial" panose="020B0604020202020204"/>
                <a:ea typeface="Microsoft YaHei" panose="020B0503020204020204" pitchFamily="34" charset="-122"/>
                <a:cs typeface="+mn-ea"/>
              </a:rPr>
              <a:t>PART</a:t>
            </a:r>
            <a:endParaRPr kumimoji="0" lang="zh-CN" altLang="en-US" sz="4000" b="0" i="0" u="none" strike="noStrike" kern="1200" cap="none" spc="0" normalizeH="0" baseline="0" dirty="0">
              <a:ln>
                <a:noFill/>
              </a:ln>
              <a:solidFill>
                <a:prstClr val="white"/>
              </a:solidFill>
              <a:effectLst/>
              <a:uLnTx/>
              <a:uFillTx/>
              <a:latin typeface="Arial" panose="020B0604020202020204"/>
              <a:ea typeface="Microsoft YaHei"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结尾">
    <p:spTree>
      <p:nvGrpSpPr>
        <p:cNvPr id="1" name=""/>
        <p:cNvGrpSpPr/>
        <p:nvPr/>
      </p:nvGrpSpPr>
      <p:grpSpPr>
        <a:xfrm>
          <a:off x="0" y="0"/>
          <a:ext cx="0" cy="0"/>
          <a:chOff x="0" y="0"/>
          <a:chExt cx="0" cy="0"/>
        </a:xfrm>
      </p:grpSpPr>
      <p:sp>
        <p:nvSpPr>
          <p:cNvPr id="66" name="矩形 65"/>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Microsoft YaHei" panose="020B0503020204020204" pitchFamily="34" charset="-122"/>
              <a:cs typeface="+mn-ea"/>
              <a:sym typeface="+mn-lt"/>
            </a:endParaRPr>
          </a:p>
        </p:txBody>
      </p:sp>
      <p:sp>
        <p:nvSpPr>
          <p:cNvPr id="63" name="椭圆 62"/>
          <p:cNvSpPr/>
          <p:nvPr/>
        </p:nvSpPr>
        <p:spPr>
          <a:xfrm>
            <a:off x="5197121" y="624817"/>
            <a:ext cx="1826782" cy="182678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Microsoft YaHei" panose="020B0503020204020204" pitchFamily="34" charset="-122"/>
              <a:cs typeface="+mn-ea"/>
              <a:sym typeface="+mn-lt"/>
            </a:endParaRPr>
          </a:p>
        </p:txBody>
      </p:sp>
      <p:grpSp>
        <p:nvGrpSpPr>
          <p:cNvPr id="64" name="组合 63"/>
          <p:cNvGrpSpPr/>
          <p:nvPr/>
        </p:nvGrpSpPr>
        <p:grpSpPr>
          <a:xfrm>
            <a:off x="5317814" y="741574"/>
            <a:ext cx="1614432" cy="1610666"/>
            <a:chOff x="2105799" y="20055838"/>
            <a:chExt cx="6748090" cy="6732363"/>
          </a:xfrm>
          <a:solidFill>
            <a:schemeClr val="accent1"/>
          </a:solidFill>
        </p:grpSpPr>
        <p:sp>
          <p:nvSpPr>
            <p:cNvPr id="6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67"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68"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69"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71"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129"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130"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131"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132"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133"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134"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135"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136"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137"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138"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139"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140"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141"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142"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143"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144"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145"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146"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grpSp>
      <p:sp>
        <p:nvSpPr>
          <p:cNvPr id="147" name="标题 1"/>
          <p:cNvSpPr>
            <a:spLocks noGrp="1"/>
          </p:cNvSpPr>
          <p:nvPr userDrawn="1">
            <p:ph type="ctrTitle" hasCustomPrompt="1"/>
          </p:nvPr>
        </p:nvSpPr>
        <p:spPr>
          <a:xfrm>
            <a:off x="1615440" y="2929530"/>
            <a:ext cx="8961120" cy="1213643"/>
          </a:xfrm>
        </p:spPr>
        <p:txBody>
          <a:bodyPr anchor="ctr">
            <a:noAutofit/>
          </a:bodyPr>
          <a:lstStyle>
            <a:lvl1pPr algn="ctr">
              <a:defRPr kumimoji="0" lang="zh-CN" altLang="en-US" sz="6000" b="1" i="0" u="none" strike="noStrike" kern="1200" cap="none" spc="400" normalizeH="0" baseline="0" dirty="0">
                <a:ln>
                  <a:noFill/>
                </a:ln>
                <a:solidFill>
                  <a:prstClr val="white"/>
                </a:solidFill>
                <a:effectLst/>
                <a:uLnTx/>
                <a:uFillTx/>
                <a:latin typeface="Arial" panose="020B0604020202020204"/>
                <a:ea typeface="Microsoft YaHei" panose="020B0503020204020204" pitchFamily="34" charset="-122"/>
                <a:cs typeface="+mn-ea"/>
              </a:defRPr>
            </a:lvl1pPr>
          </a:lstStyle>
          <a:p>
            <a:pPr marL="0" marR="0" lvl="0" indent="0" algn="ctr" defTabSz="914400" rtl="0" eaLnBrk="1" fontAlgn="auto" latinLnBrk="0" hangingPunct="1">
              <a:lnSpc>
                <a:spcPct val="110000"/>
              </a:lnSpc>
              <a:spcBef>
                <a:spcPts val="0"/>
              </a:spcBef>
              <a:spcAft>
                <a:spcPts val="0"/>
              </a:spcAft>
              <a:buClrTx/>
              <a:buSzTx/>
              <a:buFontTx/>
              <a:buNone/>
              <a:defRPr/>
            </a:pPr>
            <a:r>
              <a:rPr lang="zh-CN" altLang="en-US" dirty="0"/>
              <a:t>单击此处编辑结束语</a:t>
            </a:r>
            <a:endParaRPr lang="zh-CN" altLang="en-US" dirty="0"/>
          </a:p>
        </p:txBody>
      </p:sp>
      <p:sp>
        <p:nvSpPr>
          <p:cNvPr id="148" name="副标题 2"/>
          <p:cNvSpPr>
            <a:spLocks noGrp="1"/>
          </p:cNvSpPr>
          <p:nvPr userDrawn="1">
            <p:ph type="subTitle" idx="1" hasCustomPrompt="1"/>
          </p:nvPr>
        </p:nvSpPr>
        <p:spPr>
          <a:xfrm>
            <a:off x="3105150" y="5630308"/>
            <a:ext cx="5981700" cy="360071"/>
          </a:xfrm>
        </p:spPr>
        <p:txBody>
          <a:bodyPr>
            <a:normAutofit/>
          </a:bodyPr>
          <a:lstStyle>
            <a:lvl1pPr marL="0" indent="0" algn="ctr">
              <a:buNone/>
              <a:defRPr lang="zh-CN" altLang="en-US" sz="1800" kern="1200" dirty="0">
                <a:solidFill>
                  <a:prstClr val="black">
                    <a:lumMod val="75000"/>
                    <a:lumOff val="25000"/>
                  </a:prstClr>
                </a:solidFill>
                <a:latin typeface="Arial" panose="020B0604020202020204"/>
                <a:ea typeface="Microsoft YaHei" panose="020B0503020204020204" pitchFamily="34" charset="-122"/>
                <a:cs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单击此处编辑作者信息</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内容页-标题">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Microsoft YaHei"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11022668" y="6441983"/>
            <a:ext cx="931113" cy="292196"/>
          </a:xfrm>
          <a:prstGeom prst="rect">
            <a:avLst/>
          </a:prstGeom>
        </p:spPr>
        <p:txBody>
          <a:bodyPr vert="horz" lIns="91440" tIns="45720" rIns="91440" bIns="45720" rtlCol="0" anchor="ctr"/>
          <a:lstStyle>
            <a:lvl1pPr algn="r">
              <a:defRPr sz="1600" b="1">
                <a:solidFill>
                  <a:srgbClr val="C00000"/>
                </a:solidFill>
              </a:defRPr>
            </a:lvl1pPr>
          </a:lstStyle>
          <a:p>
            <a:r>
              <a:rPr lang="en-US" altLang="zh-CN"/>
              <a:t> </a:t>
            </a:r>
            <a:fld id="{A548B57D-AE10-4CF7-A9DF-59FEFA91B28E}" type="slidenum">
              <a:rPr lang="zh-CN" altLang="en-US" smtClean="0"/>
            </a:fld>
            <a:r>
              <a:rPr lang="zh-CN" altLang="en-US"/>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页-标题&amp;副标题">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Microsoft YaHei" panose="020B0503020204020204" pitchFamily="34" charset="-122"/>
                <a:cs typeface="+mn-ea"/>
              </a:defRPr>
            </a:lvl1pPr>
          </a:lstStyle>
          <a:p>
            <a:r>
              <a:rPr lang="en-US" altLang="zh-CN" dirty="0"/>
              <a:t>X.X  </a:t>
            </a:r>
            <a:r>
              <a:rPr lang="zh-CN" altLang="en-US" dirty="0"/>
              <a:t>单击此处输入标题</a:t>
            </a:r>
            <a:endParaRPr lang="zh-CN" altLang="en-US" dirty="0"/>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endParaRPr lang="zh-CN" altLang="en-US" dirty="0"/>
          </a:p>
        </p:txBody>
      </p:sp>
      <p:sp>
        <p:nvSpPr>
          <p:cNvPr id="64" name="灯片编号占位符 8"/>
          <p:cNvSpPr>
            <a:spLocks noGrp="1"/>
          </p:cNvSpPr>
          <p:nvPr>
            <p:ph type="sldNum" sz="quarter" idx="4"/>
          </p:nvPr>
        </p:nvSpPr>
        <p:spPr>
          <a:xfrm>
            <a:off x="11022668" y="6441983"/>
            <a:ext cx="931113" cy="292196"/>
          </a:xfrm>
          <a:prstGeom prst="rect">
            <a:avLst/>
          </a:prstGeom>
        </p:spPr>
        <p:txBody>
          <a:bodyPr vert="horz" lIns="91440" tIns="45720" rIns="91440" bIns="45720" rtlCol="0" anchor="ctr"/>
          <a:lstStyle>
            <a:lvl1pPr algn="r">
              <a:defRPr sz="1600" b="1">
                <a:solidFill>
                  <a:srgbClr val="C00000"/>
                </a:solidFill>
              </a:defRPr>
            </a:lvl1pPr>
          </a:lstStyle>
          <a:p>
            <a:r>
              <a:rPr lang="en-US" altLang="zh-CN"/>
              <a:t> </a:t>
            </a:r>
            <a:fld id="{A548B57D-AE10-4CF7-A9DF-59FEFA91B28E}" type="slidenum">
              <a:rPr lang="zh-CN" altLang="en-US" smtClean="0"/>
            </a:fld>
            <a:r>
              <a:rPr lang="zh-CN" altLang="en-US"/>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内容页-上下横线">
    <p:spTree>
      <p:nvGrpSpPr>
        <p:cNvPr id="1" name=""/>
        <p:cNvGrpSpPr/>
        <p:nvPr/>
      </p:nvGrpSpPr>
      <p:grpSpPr>
        <a:xfrm>
          <a:off x="0" y="0"/>
          <a:ext cx="0" cy="0"/>
          <a:chOff x="0" y="0"/>
          <a:chExt cx="0" cy="0"/>
        </a:xfrm>
      </p:grpSpPr>
      <p:grpSp>
        <p:nvGrpSpPr>
          <p:cNvPr id="3" name="组合 2"/>
          <p:cNvGrpSpPr/>
          <p:nvPr userDrawn="1"/>
        </p:nvGrpSpPr>
        <p:grpSpPr>
          <a:xfrm>
            <a:off x="10177780" y="329882"/>
            <a:ext cx="1512002" cy="444892"/>
            <a:chOff x="9556201" y="498129"/>
            <a:chExt cx="1993881" cy="586680"/>
          </a:xfrm>
        </p:grpSpPr>
        <p:grpSp>
          <p:nvGrpSpPr>
            <p:cNvPr id="66" name="组合 65"/>
            <p:cNvGrpSpPr/>
            <p:nvPr userDrawn="1"/>
          </p:nvGrpSpPr>
          <p:grpSpPr>
            <a:xfrm>
              <a:off x="10239376" y="968937"/>
              <a:ext cx="1307697" cy="96254"/>
              <a:chOff x="4616246" y="3878362"/>
              <a:chExt cx="5571416" cy="410087"/>
            </a:xfrm>
            <a:solidFill>
              <a:schemeClr val="tx1">
                <a:alpha val="80000"/>
              </a:schemeClr>
            </a:solidFill>
          </p:grpSpPr>
          <p:sp>
            <p:nvSpPr>
              <p:cNvPr id="68"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69"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70"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72"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73"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74"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75"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76"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77"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78"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79"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80"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81"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82"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83"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84"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85" name="组合 84"/>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87"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88"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89"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90"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91"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92"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93"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94"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95"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96"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97"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98" name="组合 97"/>
            <p:cNvGrpSpPr/>
            <p:nvPr userDrawn="1"/>
          </p:nvGrpSpPr>
          <p:grpSpPr>
            <a:xfrm>
              <a:off x="9556201" y="498129"/>
              <a:ext cx="588050" cy="586680"/>
              <a:chOff x="2105799" y="20055838"/>
              <a:chExt cx="6748090" cy="6732363"/>
            </a:xfrm>
            <a:solidFill>
              <a:schemeClr val="accent1">
                <a:alpha val="80000"/>
              </a:schemeClr>
            </a:solidFill>
          </p:grpSpPr>
          <p:sp>
            <p:nvSpPr>
              <p:cNvPr id="99"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00"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01"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02"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03"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04"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05"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06"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07"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08"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09"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10"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11"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12"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13"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14"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15"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16"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17"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18"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19"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0"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1"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grpSp>
      </p:grpSp>
      <p:cxnSp>
        <p:nvCxnSpPr>
          <p:cNvPr id="122" name="直接连接符 121"/>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userDrawn="1"/>
        </p:nvCxnSpPr>
        <p:spPr>
          <a:xfrm>
            <a:off x="745067" y="868363"/>
            <a:ext cx="11008783"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4"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Microsoft YaHei" panose="020B0503020204020204" pitchFamily="34" charset="-122"/>
                <a:cs typeface="+mn-ea"/>
              </a:defRPr>
            </a:lvl1pPr>
          </a:lstStyle>
          <a:p>
            <a:r>
              <a:rPr lang="en-US" altLang="zh-CN" dirty="0"/>
              <a:t>X.X  </a:t>
            </a:r>
            <a:r>
              <a:rPr lang="zh-CN" altLang="en-US" dirty="0"/>
              <a:t>单击此处输入标题</a:t>
            </a:r>
            <a:endParaRPr lang="zh-CN" altLang="en-US" dirty="0"/>
          </a:p>
        </p:txBody>
      </p:sp>
      <p:sp>
        <p:nvSpPr>
          <p:cNvPr id="62" name="灯片编号占位符 8"/>
          <p:cNvSpPr>
            <a:spLocks noGrp="1"/>
          </p:cNvSpPr>
          <p:nvPr>
            <p:ph type="sldNum" sz="quarter" idx="4"/>
          </p:nvPr>
        </p:nvSpPr>
        <p:spPr>
          <a:xfrm>
            <a:off x="11022668" y="6441983"/>
            <a:ext cx="931113" cy="292196"/>
          </a:xfrm>
          <a:prstGeom prst="rect">
            <a:avLst/>
          </a:prstGeom>
        </p:spPr>
        <p:txBody>
          <a:bodyPr vert="horz" lIns="91440" tIns="45720" rIns="91440" bIns="45720" rtlCol="0" anchor="ctr"/>
          <a:lstStyle>
            <a:lvl1pPr algn="r">
              <a:defRPr sz="1600" b="1">
                <a:solidFill>
                  <a:srgbClr val="C00000"/>
                </a:solidFill>
              </a:defRPr>
            </a:lvl1pPr>
          </a:lstStyle>
          <a:p>
            <a:r>
              <a:rPr lang="en-US" altLang="zh-CN"/>
              <a:t> </a:t>
            </a:r>
            <a:fld id="{A548B57D-AE10-4CF7-A9DF-59FEFA91B28E}" type="slidenum">
              <a:rPr lang="zh-CN" altLang="en-US" smtClean="0"/>
            </a:fld>
            <a:r>
              <a:rPr lang="zh-CN" altLang="en-US"/>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页-上短下长">
    <p:spTree>
      <p:nvGrpSpPr>
        <p:cNvPr id="1" name=""/>
        <p:cNvGrpSpPr/>
        <p:nvPr/>
      </p:nvGrpSpPr>
      <p:grpSpPr>
        <a:xfrm>
          <a:off x="0" y="0"/>
          <a:ext cx="0" cy="0"/>
          <a:chOff x="0" y="0"/>
          <a:chExt cx="0" cy="0"/>
        </a:xfrm>
      </p:grpSpPr>
      <p:grpSp>
        <p:nvGrpSpPr>
          <p:cNvPr id="63" name="组合 62"/>
          <p:cNvGrpSpPr/>
          <p:nvPr userDrawn="1"/>
        </p:nvGrpSpPr>
        <p:grpSpPr>
          <a:xfrm>
            <a:off x="528706" y="867990"/>
            <a:ext cx="2433027" cy="0"/>
            <a:chOff x="7460343" y="1311756"/>
            <a:chExt cx="2433027" cy="0"/>
          </a:xfrm>
        </p:grpSpPr>
        <p:cxnSp>
          <p:nvCxnSpPr>
            <p:cNvPr id="64" name="直接连接符 63"/>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3" name="组合 2"/>
          <p:cNvGrpSpPr/>
          <p:nvPr userDrawn="1"/>
        </p:nvGrpSpPr>
        <p:grpSpPr>
          <a:xfrm>
            <a:off x="10177780" y="329882"/>
            <a:ext cx="1512002" cy="444892"/>
            <a:chOff x="9556201" y="498129"/>
            <a:chExt cx="1993881" cy="586680"/>
          </a:xfrm>
        </p:grpSpPr>
        <p:grpSp>
          <p:nvGrpSpPr>
            <p:cNvPr id="66" name="组合 65"/>
            <p:cNvGrpSpPr/>
            <p:nvPr userDrawn="1"/>
          </p:nvGrpSpPr>
          <p:grpSpPr>
            <a:xfrm>
              <a:off x="10239376" y="968937"/>
              <a:ext cx="1307697" cy="96254"/>
              <a:chOff x="4616246" y="3878362"/>
              <a:chExt cx="5571416" cy="410087"/>
            </a:xfrm>
            <a:solidFill>
              <a:schemeClr val="tx1">
                <a:alpha val="80000"/>
              </a:schemeClr>
            </a:solidFill>
          </p:grpSpPr>
          <p:sp>
            <p:nvSpPr>
              <p:cNvPr id="68"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69"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70"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72"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73"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74"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75"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76"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77"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78"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79"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80"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81"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82"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83"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84"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85" name="组合 84"/>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87"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88"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89"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90"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91"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92"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93"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94"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95"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96"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97"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98" name="组合 97"/>
            <p:cNvGrpSpPr/>
            <p:nvPr userDrawn="1"/>
          </p:nvGrpSpPr>
          <p:grpSpPr>
            <a:xfrm>
              <a:off x="9556201" y="498129"/>
              <a:ext cx="588050" cy="586680"/>
              <a:chOff x="2105799" y="20055838"/>
              <a:chExt cx="6748090" cy="6732363"/>
            </a:xfrm>
            <a:solidFill>
              <a:schemeClr val="accent1">
                <a:alpha val="80000"/>
              </a:schemeClr>
            </a:solidFill>
          </p:grpSpPr>
          <p:sp>
            <p:nvSpPr>
              <p:cNvPr id="99"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00"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01"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02"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03"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04"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05"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06"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07"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08"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09"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10"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11"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12"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13"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14"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15"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16"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17"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18"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19"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0"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1"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grpSp>
      </p:grpSp>
      <p:cxnSp>
        <p:nvCxnSpPr>
          <p:cNvPr id="122" name="直接连接符 121"/>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5"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Microsoft YaHei" panose="020B0503020204020204" pitchFamily="34" charset="-122"/>
                <a:cs typeface="+mn-ea"/>
              </a:defRPr>
            </a:lvl1pPr>
          </a:lstStyle>
          <a:p>
            <a:r>
              <a:rPr lang="en-US" altLang="zh-CN" dirty="0"/>
              <a:t>X.X  </a:t>
            </a:r>
            <a:r>
              <a:rPr lang="zh-CN" altLang="en-US" dirty="0"/>
              <a:t>单击此处输入标题</a:t>
            </a:r>
            <a:endParaRPr lang="zh-CN" altLang="en-US" dirty="0"/>
          </a:p>
        </p:txBody>
      </p:sp>
      <p:sp>
        <p:nvSpPr>
          <p:cNvPr id="67" name="灯片编号占位符 8"/>
          <p:cNvSpPr>
            <a:spLocks noGrp="1"/>
          </p:cNvSpPr>
          <p:nvPr>
            <p:ph type="sldNum" sz="quarter" idx="4"/>
          </p:nvPr>
        </p:nvSpPr>
        <p:spPr>
          <a:xfrm>
            <a:off x="11022668" y="6441983"/>
            <a:ext cx="931113" cy="292196"/>
          </a:xfrm>
          <a:prstGeom prst="rect">
            <a:avLst/>
          </a:prstGeom>
        </p:spPr>
        <p:txBody>
          <a:bodyPr vert="horz" lIns="91440" tIns="45720" rIns="91440" bIns="45720" rtlCol="0" anchor="ctr"/>
          <a:lstStyle>
            <a:lvl1pPr algn="r">
              <a:defRPr sz="1600" b="1">
                <a:solidFill>
                  <a:srgbClr val="C00000"/>
                </a:solidFill>
              </a:defRPr>
            </a:lvl1pPr>
          </a:lstStyle>
          <a:p>
            <a:r>
              <a:rPr lang="en-US" altLang="zh-CN"/>
              <a:t> </a:t>
            </a:r>
            <a:fld id="{A548B57D-AE10-4CF7-A9DF-59FEFA91B28E}" type="slidenum">
              <a:rPr lang="zh-CN" altLang="en-US" smtClean="0"/>
            </a:fld>
            <a:r>
              <a:rPr lang="zh-CN" altLang="en-US"/>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内容页-仅logo">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grpSp>
      </p:grpSp>
      <p:sp>
        <p:nvSpPr>
          <p:cNvPr id="58" name="灯片编号占位符 8"/>
          <p:cNvSpPr>
            <a:spLocks noGrp="1"/>
          </p:cNvSpPr>
          <p:nvPr>
            <p:ph type="sldNum" sz="quarter" idx="4"/>
          </p:nvPr>
        </p:nvSpPr>
        <p:spPr>
          <a:xfrm>
            <a:off x="11022668" y="6441983"/>
            <a:ext cx="931113" cy="292196"/>
          </a:xfrm>
          <a:prstGeom prst="rect">
            <a:avLst/>
          </a:prstGeom>
        </p:spPr>
        <p:txBody>
          <a:bodyPr vert="horz" lIns="91440" tIns="45720" rIns="91440" bIns="45720" rtlCol="0" anchor="ctr"/>
          <a:lstStyle>
            <a:lvl1pPr algn="r">
              <a:defRPr sz="1600" b="1">
                <a:solidFill>
                  <a:srgbClr val="C00000"/>
                </a:solidFill>
              </a:defRPr>
            </a:lvl1pPr>
          </a:lstStyle>
          <a:p>
            <a:r>
              <a:rPr lang="en-US" altLang="zh-CN"/>
              <a:t> </a:t>
            </a:r>
            <a:fld id="{A548B57D-AE10-4CF7-A9DF-59FEFA91B28E}" type="slidenum">
              <a:rPr lang="zh-CN" altLang="en-US" smtClean="0"/>
            </a:fld>
            <a:r>
              <a:rPr lang="zh-CN" altLang="en-US"/>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全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图片占位1">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Microsoft YaHei" panose="020B0503020204020204" pitchFamily="34" charset="-122"/>
                <a:cs typeface="+mn-ea"/>
              </a:defRPr>
            </a:lvl1pPr>
          </a:lstStyle>
          <a:p>
            <a:r>
              <a:rPr lang="en-US" altLang="zh-CN" dirty="0"/>
              <a:t>X.X  </a:t>
            </a:r>
            <a:r>
              <a:rPr lang="zh-CN" altLang="en-US" dirty="0"/>
              <a:t>单击此处输入标题</a:t>
            </a:r>
            <a:endParaRPr lang="zh-CN" altLang="en-US" dirty="0"/>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endParaRPr lang="zh-CN" altLang="en-US" dirty="0"/>
          </a:p>
        </p:txBody>
      </p:sp>
      <p:sp>
        <p:nvSpPr>
          <p:cNvPr id="2" name="图片占位符 1"/>
          <p:cNvSpPr>
            <a:spLocks noGrp="1"/>
          </p:cNvSpPr>
          <p:nvPr>
            <p:ph type="pic" sz="quarter" idx="11" hasCustomPrompt="1"/>
          </p:nvPr>
        </p:nvSpPr>
        <p:spPr>
          <a:xfrm>
            <a:off x="0" y="1432906"/>
            <a:ext cx="12192000" cy="2762250"/>
          </a:xfrm>
          <a:prstGeom prst="rect">
            <a:avLst/>
          </a:prstGeom>
        </p:spPr>
        <p:txBody>
          <a:bodyPr vert="horz" lIns="91440" tIns="45720" rIns="91440" bIns="45720" rtlCol="0" anchor="ctr">
            <a:normAutofit/>
          </a:bodyPr>
          <a:lstStyle>
            <a:lvl1pPr marL="0" indent="0">
              <a:buNone/>
              <a:defRPr lang="zh-CN" altLang="en-US"/>
            </a:lvl1pPr>
          </a:lstStyle>
          <a:p>
            <a:pPr lvl="0" algn="ctr"/>
            <a:r>
              <a:rPr lang="zh-CN" altLang="en-US" dirty="0"/>
              <a:t>单击此处修改图片</a:t>
            </a:r>
            <a:endParaRPr lang="zh-CN" altLang="en-US" dirty="0"/>
          </a:p>
        </p:txBody>
      </p:sp>
      <p:sp>
        <p:nvSpPr>
          <p:cNvPr id="64" name="灯片编号占位符 8"/>
          <p:cNvSpPr>
            <a:spLocks noGrp="1"/>
          </p:cNvSpPr>
          <p:nvPr>
            <p:ph type="sldNum" sz="quarter" idx="4"/>
          </p:nvPr>
        </p:nvSpPr>
        <p:spPr>
          <a:xfrm>
            <a:off x="11022668" y="6441983"/>
            <a:ext cx="931113" cy="292196"/>
          </a:xfrm>
          <a:prstGeom prst="rect">
            <a:avLst/>
          </a:prstGeom>
        </p:spPr>
        <p:txBody>
          <a:bodyPr vert="horz" lIns="91440" tIns="45720" rIns="91440" bIns="45720" rtlCol="0" anchor="ctr"/>
          <a:lstStyle>
            <a:lvl1pPr algn="r">
              <a:defRPr sz="1600" b="1">
                <a:solidFill>
                  <a:srgbClr val="C00000"/>
                </a:solidFill>
              </a:defRPr>
            </a:lvl1pPr>
          </a:lstStyle>
          <a:p>
            <a:r>
              <a:rPr lang="en-US" altLang="zh-CN"/>
              <a:t> </a:t>
            </a:r>
            <a:fld id="{A548B57D-AE10-4CF7-A9DF-59FEFA91B28E}" type="slidenum">
              <a:rPr lang="zh-CN" altLang="en-US" smtClean="0"/>
            </a:fld>
            <a:r>
              <a:rPr lang="zh-CN" altLang="en-US"/>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图片占位2">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Microsoft YaHei"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 name="图片占位符 1"/>
          <p:cNvSpPr>
            <a:spLocks noGrp="1"/>
          </p:cNvSpPr>
          <p:nvPr>
            <p:ph type="pic" idx="10" hasCustomPrompt="1"/>
          </p:nvPr>
        </p:nvSpPr>
        <p:spPr>
          <a:xfrm>
            <a:off x="0" y="1196753"/>
            <a:ext cx="12192000" cy="3121152"/>
          </a:xfrm>
        </p:spPr>
        <p:txBody>
          <a:bodyPr anchor="ctr"/>
          <a:lstStyle>
            <a:lvl1pPr algn="ctr">
              <a:defRPr/>
            </a:lvl1pPr>
          </a:lstStyle>
          <a:p>
            <a:r>
              <a:rPr lang="zh-CN" altLang="en-US" dirty="0"/>
              <a:t>单击此处修改图片</a:t>
            </a:r>
            <a:endParaRPr lang="zh-CN" altLang="en-US" dirty="0"/>
          </a:p>
        </p:txBody>
      </p:sp>
      <p:sp>
        <p:nvSpPr>
          <p:cNvPr id="63" name="灯片编号占位符 8"/>
          <p:cNvSpPr>
            <a:spLocks noGrp="1"/>
          </p:cNvSpPr>
          <p:nvPr>
            <p:ph type="sldNum" sz="quarter" idx="4"/>
          </p:nvPr>
        </p:nvSpPr>
        <p:spPr>
          <a:xfrm>
            <a:off x="11022668" y="6441983"/>
            <a:ext cx="931113" cy="292196"/>
          </a:xfrm>
          <a:prstGeom prst="rect">
            <a:avLst/>
          </a:prstGeom>
        </p:spPr>
        <p:txBody>
          <a:bodyPr vert="horz" lIns="91440" tIns="45720" rIns="91440" bIns="45720" rtlCol="0" anchor="ctr"/>
          <a:lstStyle>
            <a:lvl1pPr algn="r">
              <a:defRPr sz="1600" b="1">
                <a:solidFill>
                  <a:srgbClr val="C00000"/>
                </a:solidFill>
              </a:defRPr>
            </a:lvl1pPr>
          </a:lstStyle>
          <a:p>
            <a:r>
              <a:rPr lang="en-US" altLang="zh-CN"/>
              <a:t> </a:t>
            </a:r>
            <a:fld id="{A548B57D-AE10-4CF7-A9DF-59FEFA91B28E}" type="slidenum">
              <a:rPr lang="zh-CN" altLang="en-US" smtClean="0"/>
            </a:fld>
            <a:r>
              <a:rPr lang="zh-CN" altLang="en-US"/>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图片占位3">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Microsoft YaHei" panose="020B0503020204020204" pitchFamily="34" charset="-122"/>
                <a:cs typeface="+mn-ea"/>
              </a:defRPr>
            </a:lvl1pPr>
          </a:lstStyle>
          <a:p>
            <a:r>
              <a:rPr lang="en-US" altLang="zh-CN" dirty="0"/>
              <a:t>X.X  </a:t>
            </a:r>
            <a:r>
              <a:rPr lang="zh-CN" altLang="en-US" dirty="0"/>
              <a:t>单击此处输入标题</a:t>
            </a:r>
            <a:endParaRPr lang="zh-CN" altLang="en-US" dirty="0"/>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endParaRPr lang="zh-CN" altLang="en-US" dirty="0"/>
          </a:p>
        </p:txBody>
      </p:sp>
      <p:sp>
        <p:nvSpPr>
          <p:cNvPr id="66" name="图片占位符 65"/>
          <p:cNvSpPr>
            <a:spLocks noGrp="1"/>
          </p:cNvSpPr>
          <p:nvPr>
            <p:ph type="pic" sz="quarter" idx="11" hasCustomPrompt="1"/>
          </p:nvPr>
        </p:nvSpPr>
        <p:spPr>
          <a:xfrm>
            <a:off x="4452445" y="1999139"/>
            <a:ext cx="3287111" cy="3287111"/>
          </a:xfrm>
          <a:custGeom>
            <a:avLst/>
            <a:gdLst>
              <a:gd name="connsiteX0" fmla="*/ 1643556 w 3287111"/>
              <a:gd name="connsiteY0" fmla="*/ 0 h 3287111"/>
              <a:gd name="connsiteX1" fmla="*/ 3278627 w 3287111"/>
              <a:gd name="connsiteY1" fmla="*/ 1475512 h 3287111"/>
              <a:gd name="connsiteX2" fmla="*/ 3287111 w 3287111"/>
              <a:gd name="connsiteY2" fmla="*/ 1643536 h 3287111"/>
              <a:gd name="connsiteX3" fmla="*/ 3287111 w 3287111"/>
              <a:gd name="connsiteY3" fmla="*/ 1643576 h 3287111"/>
              <a:gd name="connsiteX4" fmla="*/ 3278627 w 3287111"/>
              <a:gd name="connsiteY4" fmla="*/ 1811600 h 3287111"/>
              <a:gd name="connsiteX5" fmla="*/ 1811600 w 3287111"/>
              <a:gd name="connsiteY5" fmla="*/ 3278627 h 3287111"/>
              <a:gd name="connsiteX6" fmla="*/ 1643576 w 3287111"/>
              <a:gd name="connsiteY6" fmla="*/ 3287111 h 3287111"/>
              <a:gd name="connsiteX7" fmla="*/ 1643537 w 3287111"/>
              <a:gd name="connsiteY7" fmla="*/ 3287111 h 3287111"/>
              <a:gd name="connsiteX8" fmla="*/ 1475512 w 3287111"/>
              <a:gd name="connsiteY8" fmla="*/ 3278627 h 3287111"/>
              <a:gd name="connsiteX9" fmla="*/ 0 w 3287111"/>
              <a:gd name="connsiteY9" fmla="*/ 1643556 h 3287111"/>
              <a:gd name="connsiteX10" fmla="*/ 1643556 w 3287111"/>
              <a:gd name="connsiteY10" fmla="*/ 0 h 328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87111" h="3287111">
                <a:moveTo>
                  <a:pt x="1643556" y="0"/>
                </a:moveTo>
                <a:cubicBezTo>
                  <a:pt x="2494535" y="0"/>
                  <a:pt x="3194460" y="646739"/>
                  <a:pt x="3278627" y="1475512"/>
                </a:cubicBezTo>
                <a:lnTo>
                  <a:pt x="3287111" y="1643536"/>
                </a:lnTo>
                <a:lnTo>
                  <a:pt x="3287111" y="1643576"/>
                </a:lnTo>
                <a:lnTo>
                  <a:pt x="3278627" y="1811600"/>
                </a:lnTo>
                <a:cubicBezTo>
                  <a:pt x="3200071" y="2585122"/>
                  <a:pt x="2585122" y="3200071"/>
                  <a:pt x="1811600" y="3278627"/>
                </a:cubicBezTo>
                <a:lnTo>
                  <a:pt x="1643576" y="3287111"/>
                </a:lnTo>
                <a:lnTo>
                  <a:pt x="1643537" y="3287111"/>
                </a:lnTo>
                <a:lnTo>
                  <a:pt x="1475512" y="3278627"/>
                </a:lnTo>
                <a:cubicBezTo>
                  <a:pt x="646739" y="3194460"/>
                  <a:pt x="0" y="2494535"/>
                  <a:pt x="0" y="1643556"/>
                </a:cubicBezTo>
                <a:cubicBezTo>
                  <a:pt x="0" y="735845"/>
                  <a:pt x="735845" y="0"/>
                  <a:pt x="1643556" y="0"/>
                </a:cubicBezTo>
                <a:close/>
              </a:path>
            </a:pathLst>
          </a:custGeom>
        </p:spPr>
        <p:txBody>
          <a:bodyPr wrap="square" anchor="ctr">
            <a:noAutofit/>
          </a:bodyPr>
          <a:lstStyle>
            <a:lvl1pPr algn="ctr">
              <a:defRPr/>
            </a:lvl1pPr>
          </a:lstStyle>
          <a:p>
            <a:r>
              <a:rPr lang="zh-CN" altLang="en-US" dirty="0"/>
              <a:t>点击此处修改图片</a:t>
            </a:r>
            <a:endParaRPr lang="zh-CN" altLang="en-US" dirty="0"/>
          </a:p>
        </p:txBody>
      </p:sp>
      <p:sp>
        <p:nvSpPr>
          <p:cNvPr id="64" name="灯片编号占位符 8"/>
          <p:cNvSpPr>
            <a:spLocks noGrp="1"/>
          </p:cNvSpPr>
          <p:nvPr>
            <p:ph type="sldNum" sz="quarter" idx="4"/>
          </p:nvPr>
        </p:nvSpPr>
        <p:spPr>
          <a:xfrm>
            <a:off x="11022668" y="6441983"/>
            <a:ext cx="931113" cy="292196"/>
          </a:xfrm>
          <a:prstGeom prst="rect">
            <a:avLst/>
          </a:prstGeom>
        </p:spPr>
        <p:txBody>
          <a:bodyPr vert="horz" lIns="91440" tIns="45720" rIns="91440" bIns="45720" rtlCol="0" anchor="ctr"/>
          <a:lstStyle>
            <a:lvl1pPr algn="r">
              <a:defRPr sz="1600" b="1">
                <a:solidFill>
                  <a:srgbClr val="C00000"/>
                </a:solidFill>
              </a:defRPr>
            </a:lvl1pPr>
          </a:lstStyle>
          <a:p>
            <a:r>
              <a:rPr lang="en-US" altLang="zh-CN"/>
              <a:t> </a:t>
            </a:r>
            <a:fld id="{A548B57D-AE10-4CF7-A9DF-59FEFA91B28E}" type="slidenum">
              <a:rPr lang="zh-CN" altLang="en-US" smtClean="0"/>
            </a:fld>
            <a:r>
              <a:rPr lang="zh-CN" altLang="en-US"/>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图片占位4">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Microsoft YaHei"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 name="图片占位符 1"/>
          <p:cNvSpPr>
            <a:spLocks noGrp="1"/>
          </p:cNvSpPr>
          <p:nvPr>
            <p:ph type="pic" idx="10" hasCustomPrompt="1"/>
          </p:nvPr>
        </p:nvSpPr>
        <p:spPr>
          <a:xfrm>
            <a:off x="1054101" y="1916642"/>
            <a:ext cx="4542217" cy="3568065"/>
          </a:xfrm>
          <a:ln>
            <a:noFill/>
          </a:ln>
          <a:effectLst>
            <a:outerShdw blurRad="190500" algn="tl" rotWithShape="0">
              <a:srgbClr val="000000">
                <a:alpha val="70000"/>
              </a:srgbClr>
            </a:outerShdw>
          </a:effectLst>
        </p:spPr>
        <p:txBody>
          <a:bodyPr anchor="ctr">
            <a:normAutofit/>
          </a:bodyPr>
          <a:lstStyle>
            <a:lvl1pPr marL="228600" indent="-228600" algn="ctr" defTabSz="914400" rtl="0" eaLnBrk="1" latinLnBrk="0" hangingPunct="1">
              <a:lnSpc>
                <a:spcPct val="90000"/>
              </a:lnSpc>
              <a:spcBef>
                <a:spcPts val="1000"/>
              </a:spcBef>
              <a:buFont typeface="Arial" panose="020B0604020202020204" pitchFamily="34" charset="0"/>
              <a:buChar char="•"/>
              <a:defRPr lang="zh-CN" altLang="en-US" sz="2800" kern="1200" dirty="0">
                <a:solidFill>
                  <a:schemeClr val="tx1"/>
                </a:solidFill>
                <a:latin typeface="+mn-ea"/>
                <a:ea typeface="+mn-ea"/>
                <a:cs typeface="+mn-cs"/>
              </a:defRPr>
            </a:lvl1pPr>
          </a:lstStyle>
          <a:p>
            <a:r>
              <a:rPr lang="zh-CN" altLang="en-US" dirty="0"/>
              <a:t>单击此处修改图片</a:t>
            </a:r>
            <a:endParaRPr lang="zh-CN" altLang="en-US" dirty="0"/>
          </a:p>
        </p:txBody>
      </p:sp>
      <p:sp>
        <p:nvSpPr>
          <p:cNvPr id="63" name="灯片编号占位符 8"/>
          <p:cNvSpPr>
            <a:spLocks noGrp="1"/>
          </p:cNvSpPr>
          <p:nvPr>
            <p:ph type="sldNum" sz="quarter" idx="4"/>
          </p:nvPr>
        </p:nvSpPr>
        <p:spPr>
          <a:xfrm>
            <a:off x="11022668" y="6441983"/>
            <a:ext cx="931113" cy="292196"/>
          </a:xfrm>
          <a:prstGeom prst="rect">
            <a:avLst/>
          </a:prstGeom>
        </p:spPr>
        <p:txBody>
          <a:bodyPr vert="horz" lIns="91440" tIns="45720" rIns="91440" bIns="45720" rtlCol="0" anchor="ctr"/>
          <a:lstStyle>
            <a:lvl1pPr algn="r">
              <a:defRPr sz="1600" b="1">
                <a:solidFill>
                  <a:srgbClr val="C00000"/>
                </a:solidFill>
              </a:defRPr>
            </a:lvl1pPr>
          </a:lstStyle>
          <a:p>
            <a:r>
              <a:rPr lang="en-US" altLang="zh-CN"/>
              <a:t> </a:t>
            </a:r>
            <a:fld id="{A548B57D-AE10-4CF7-A9DF-59FEFA91B28E}" type="slidenum">
              <a:rPr lang="zh-CN" altLang="en-US" smtClean="0"/>
            </a:fld>
            <a:r>
              <a:rPr lang="zh-CN" altLang="en-US"/>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图片占位5">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Microsoft YaHei"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 name="图片占位符 1"/>
          <p:cNvSpPr>
            <a:spLocks noGrp="1"/>
          </p:cNvSpPr>
          <p:nvPr>
            <p:ph type="pic" idx="10" hasCustomPrompt="1"/>
          </p:nvPr>
        </p:nvSpPr>
        <p:spPr>
          <a:xfrm>
            <a:off x="977935" y="1396022"/>
            <a:ext cx="1960330" cy="1957820"/>
          </a:xfrm>
        </p:spPr>
        <p:txBody>
          <a:bodyPr vert="horz" lIns="91440" tIns="45720" rIns="91440" bIns="45720" rtlCol="0" anchor="ctr">
            <a:normAutofit/>
          </a:bodyPr>
          <a:lstStyle>
            <a:lvl1pPr>
              <a:defRPr lang="zh-CN" altLang="en-US" sz="2000"/>
            </a:lvl1pPr>
          </a:lstStyle>
          <a:p>
            <a:pPr lvl="0" algn="ctr"/>
            <a:r>
              <a:rPr lang="zh-CN" altLang="en-US" dirty="0"/>
              <a:t>单击修改图片</a:t>
            </a:r>
            <a:endParaRPr lang="zh-CN" altLang="en-US" dirty="0"/>
          </a:p>
        </p:txBody>
      </p:sp>
      <p:sp>
        <p:nvSpPr>
          <p:cNvPr id="3" name="图片占位符 2"/>
          <p:cNvSpPr>
            <a:spLocks noGrp="1"/>
          </p:cNvSpPr>
          <p:nvPr>
            <p:ph type="pic" sz="quarter" idx="11" hasCustomPrompt="1"/>
          </p:nvPr>
        </p:nvSpPr>
        <p:spPr>
          <a:xfrm>
            <a:off x="3741006" y="1396022"/>
            <a:ext cx="1951941"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endParaRPr lang="zh-CN" altLang="en-US" dirty="0"/>
          </a:p>
        </p:txBody>
      </p:sp>
      <p:sp>
        <p:nvSpPr>
          <p:cNvPr id="4" name="图片占位符 3"/>
          <p:cNvSpPr>
            <a:spLocks noGrp="1"/>
          </p:cNvSpPr>
          <p:nvPr>
            <p:ph type="pic" sz="quarter" idx="12" hasCustomPrompt="1"/>
          </p:nvPr>
        </p:nvSpPr>
        <p:spPr>
          <a:xfrm>
            <a:off x="6495686" y="1396022"/>
            <a:ext cx="1957818" cy="1957818"/>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endParaRPr lang="zh-CN" altLang="en-US" dirty="0"/>
          </a:p>
        </p:txBody>
      </p:sp>
      <p:sp>
        <p:nvSpPr>
          <p:cNvPr id="5" name="图片占位符 4"/>
          <p:cNvSpPr>
            <a:spLocks noGrp="1"/>
          </p:cNvSpPr>
          <p:nvPr>
            <p:ph type="pic" sz="quarter" idx="13" hasCustomPrompt="1"/>
          </p:nvPr>
        </p:nvSpPr>
        <p:spPr>
          <a:xfrm>
            <a:off x="9256243" y="1396022"/>
            <a:ext cx="1957820"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endParaRPr lang="zh-CN" altLang="en-US" dirty="0"/>
          </a:p>
        </p:txBody>
      </p:sp>
      <p:sp>
        <p:nvSpPr>
          <p:cNvPr id="66" name="灯片编号占位符 8"/>
          <p:cNvSpPr>
            <a:spLocks noGrp="1"/>
          </p:cNvSpPr>
          <p:nvPr>
            <p:ph type="sldNum" sz="quarter" idx="4"/>
          </p:nvPr>
        </p:nvSpPr>
        <p:spPr>
          <a:xfrm>
            <a:off x="11022668" y="6441983"/>
            <a:ext cx="931113" cy="292196"/>
          </a:xfrm>
          <a:prstGeom prst="rect">
            <a:avLst/>
          </a:prstGeom>
        </p:spPr>
        <p:txBody>
          <a:bodyPr vert="horz" lIns="91440" tIns="45720" rIns="91440" bIns="45720" rtlCol="0" anchor="ctr"/>
          <a:lstStyle>
            <a:lvl1pPr algn="r">
              <a:defRPr sz="1600" b="1">
                <a:solidFill>
                  <a:srgbClr val="C00000"/>
                </a:solidFill>
              </a:defRPr>
            </a:lvl1pPr>
          </a:lstStyle>
          <a:p>
            <a:r>
              <a:rPr lang="en-US" altLang="zh-CN"/>
              <a:t> </a:t>
            </a:r>
            <a:fld id="{A548B57D-AE10-4CF7-A9DF-59FEFA91B28E}" type="slidenum">
              <a:rPr lang="zh-CN" altLang="en-US" smtClean="0"/>
            </a:fld>
            <a:r>
              <a:rPr lang="zh-CN" altLang="en-US"/>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图片占位6">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Microsoft YaHei" panose="020B0503020204020204" pitchFamily="34" charset="-122"/>
                <a:cs typeface="+mn-ea"/>
              </a:defRPr>
            </a:lvl1pPr>
          </a:lstStyle>
          <a:p>
            <a:r>
              <a:rPr lang="en-US" altLang="zh-CN" dirty="0"/>
              <a:t>X.X  </a:t>
            </a:r>
            <a:r>
              <a:rPr lang="zh-CN" altLang="en-US" dirty="0"/>
              <a:t>单击此处输入标题</a:t>
            </a:r>
            <a:endParaRPr lang="zh-CN" altLang="en-US" dirty="0"/>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endParaRPr lang="zh-CN" altLang="en-US" dirty="0"/>
          </a:p>
        </p:txBody>
      </p:sp>
      <p:sp>
        <p:nvSpPr>
          <p:cNvPr id="2" name="图片占位符 1"/>
          <p:cNvSpPr>
            <a:spLocks noGrp="1"/>
          </p:cNvSpPr>
          <p:nvPr>
            <p:ph type="pic" sz="quarter" idx="11" hasCustomPrompt="1"/>
          </p:nvPr>
        </p:nvSpPr>
        <p:spPr>
          <a:xfrm>
            <a:off x="6291124" y="1821181"/>
            <a:ext cx="3733535" cy="3733535"/>
          </a:xfrm>
          <a:prstGeom prst="rect">
            <a:avLst/>
          </a:prstGeom>
        </p:spPr>
        <p:txBody>
          <a:bodyPr vert="horz" lIns="91440" tIns="45720" rIns="91440" bIns="45720" rtlCol="0" anchor="ctr">
            <a:normAutofit/>
          </a:bodyPr>
          <a:lstStyle>
            <a:lvl1pPr>
              <a:defRPr lang="zh-CN" altLang="en-US"/>
            </a:lvl1pPr>
          </a:lstStyle>
          <a:p>
            <a:pPr lvl="0" algn="ctr"/>
            <a:r>
              <a:rPr lang="zh-CN" altLang="en-US" dirty="0"/>
              <a:t>单击此处修改图片</a:t>
            </a:r>
            <a:endParaRPr lang="zh-CN" altLang="en-US" dirty="0"/>
          </a:p>
        </p:txBody>
      </p:sp>
      <p:sp>
        <p:nvSpPr>
          <p:cNvPr id="64" name="灯片编号占位符 8"/>
          <p:cNvSpPr>
            <a:spLocks noGrp="1"/>
          </p:cNvSpPr>
          <p:nvPr>
            <p:ph type="sldNum" sz="quarter" idx="4"/>
          </p:nvPr>
        </p:nvSpPr>
        <p:spPr>
          <a:xfrm>
            <a:off x="11022668" y="6441983"/>
            <a:ext cx="931113" cy="292196"/>
          </a:xfrm>
          <a:prstGeom prst="rect">
            <a:avLst/>
          </a:prstGeom>
        </p:spPr>
        <p:txBody>
          <a:bodyPr vert="horz" lIns="91440" tIns="45720" rIns="91440" bIns="45720" rtlCol="0" anchor="ctr"/>
          <a:lstStyle>
            <a:lvl1pPr algn="r">
              <a:defRPr sz="1600" b="1">
                <a:solidFill>
                  <a:srgbClr val="C00000"/>
                </a:solidFill>
              </a:defRPr>
            </a:lvl1pPr>
          </a:lstStyle>
          <a:p>
            <a:r>
              <a:rPr lang="en-US" altLang="zh-CN"/>
              <a:t> </a:t>
            </a:r>
            <a:fld id="{A548B57D-AE10-4CF7-A9DF-59FEFA91B28E}" type="slidenum">
              <a:rPr lang="zh-CN" altLang="en-US" smtClean="0"/>
            </a:fld>
            <a:r>
              <a:rPr lang="zh-CN" altLang="en-US"/>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占位7">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Microsoft YaHei"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 name="图片占位符 1"/>
          <p:cNvSpPr>
            <a:spLocks noGrp="1"/>
          </p:cNvSpPr>
          <p:nvPr>
            <p:ph type="pic" idx="10"/>
          </p:nvPr>
        </p:nvSpPr>
        <p:spPr>
          <a:xfrm>
            <a:off x="2546350" y="1186670"/>
            <a:ext cx="6170930" cy="2242330"/>
          </a:xfrm>
        </p:spPr>
        <p:txBody>
          <a:bodyPr/>
          <a:lstStyle/>
          <a:p>
            <a:endParaRPr lang="zh-CN" altLang="en-US"/>
          </a:p>
        </p:txBody>
      </p:sp>
      <p:sp>
        <p:nvSpPr>
          <p:cNvPr id="3" name="图片占位符 2"/>
          <p:cNvSpPr>
            <a:spLocks noGrp="1"/>
          </p:cNvSpPr>
          <p:nvPr>
            <p:ph type="pic" sz="quarter" idx="11"/>
          </p:nvPr>
        </p:nvSpPr>
        <p:spPr>
          <a:xfrm>
            <a:off x="2546350" y="3551651"/>
            <a:ext cx="3022600" cy="2401016"/>
          </a:xfrm>
          <a:prstGeom prst="rect">
            <a:avLst/>
          </a:prstGeom>
        </p:spPr>
        <p:txBody>
          <a:bodyPr/>
          <a:lstStyle/>
          <a:p>
            <a:endParaRPr lang="zh-CN" altLang="en-US"/>
          </a:p>
        </p:txBody>
      </p:sp>
      <p:sp>
        <p:nvSpPr>
          <p:cNvPr id="4" name="图片占位符 3"/>
          <p:cNvSpPr>
            <a:spLocks noGrp="1"/>
          </p:cNvSpPr>
          <p:nvPr>
            <p:ph type="pic" sz="quarter" idx="12"/>
          </p:nvPr>
        </p:nvSpPr>
        <p:spPr>
          <a:xfrm>
            <a:off x="5693412" y="3550560"/>
            <a:ext cx="3023869" cy="2403201"/>
          </a:xfrm>
          <a:prstGeom prst="rect">
            <a:avLst/>
          </a:prstGeom>
        </p:spPr>
        <p:txBody>
          <a:bodyPr/>
          <a:lstStyle/>
          <a:p>
            <a:endParaRPr lang="zh-CN" altLang="en-US"/>
          </a:p>
        </p:txBody>
      </p:sp>
      <p:sp>
        <p:nvSpPr>
          <p:cNvPr id="5" name="图片占位符 4"/>
          <p:cNvSpPr>
            <a:spLocks noGrp="1"/>
          </p:cNvSpPr>
          <p:nvPr>
            <p:ph type="pic" sz="quarter" idx="13"/>
          </p:nvPr>
        </p:nvSpPr>
        <p:spPr>
          <a:xfrm>
            <a:off x="8839200" y="1186670"/>
            <a:ext cx="2499360" cy="4767090"/>
          </a:xfrm>
          <a:prstGeom prst="rect">
            <a:avLst/>
          </a:prstGeom>
        </p:spPr>
        <p:txBody>
          <a:bodyPr/>
          <a:lstStyle/>
          <a:p>
            <a:endParaRPr lang="zh-CN" altLang="en-US"/>
          </a:p>
        </p:txBody>
      </p:sp>
      <p:sp>
        <p:nvSpPr>
          <p:cNvPr id="66" name="灯片编号占位符 8"/>
          <p:cNvSpPr>
            <a:spLocks noGrp="1"/>
          </p:cNvSpPr>
          <p:nvPr>
            <p:ph type="sldNum" sz="quarter" idx="4"/>
          </p:nvPr>
        </p:nvSpPr>
        <p:spPr>
          <a:xfrm>
            <a:off x="11022668" y="6441983"/>
            <a:ext cx="931113" cy="292196"/>
          </a:xfrm>
          <a:prstGeom prst="rect">
            <a:avLst/>
          </a:prstGeom>
        </p:spPr>
        <p:txBody>
          <a:bodyPr vert="horz" lIns="91440" tIns="45720" rIns="91440" bIns="45720" rtlCol="0" anchor="ctr"/>
          <a:lstStyle>
            <a:lvl1pPr algn="r">
              <a:defRPr sz="1600" b="1">
                <a:solidFill>
                  <a:srgbClr val="C00000"/>
                </a:solidFill>
              </a:defRPr>
            </a:lvl1pPr>
          </a:lstStyle>
          <a:p>
            <a:r>
              <a:rPr lang="en-US" altLang="zh-CN"/>
              <a:t> </a:t>
            </a:r>
            <a:fld id="{A548B57D-AE10-4CF7-A9DF-59FEFA91B28E}" type="slidenum">
              <a:rPr lang="zh-CN" altLang="en-US" smtClean="0"/>
            </a:fld>
            <a:r>
              <a:rPr lang="zh-CN" altLang="en-US"/>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图片占位8">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Microsoft YaHei"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 name="图片占位符 1"/>
          <p:cNvSpPr>
            <a:spLocks noGrp="1"/>
          </p:cNvSpPr>
          <p:nvPr>
            <p:ph type="pic" idx="10"/>
          </p:nvPr>
        </p:nvSpPr>
        <p:spPr>
          <a:xfrm>
            <a:off x="5627650" y="1131849"/>
            <a:ext cx="2386361" cy="5157440"/>
          </a:xfrm>
          <a:prstGeom prst="roundRect">
            <a:avLst>
              <a:gd name="adj" fmla="val 10149"/>
            </a:avLst>
          </a:prstGeom>
        </p:spPr>
        <p:txBody>
          <a:bodyPr anchor="ctr"/>
          <a:lstStyle/>
          <a:p>
            <a:endParaRPr lang="zh-CN" altLang="en-US"/>
          </a:p>
        </p:txBody>
      </p:sp>
      <p:sp>
        <p:nvSpPr>
          <p:cNvPr id="63" name="灯片编号占位符 8"/>
          <p:cNvSpPr>
            <a:spLocks noGrp="1"/>
          </p:cNvSpPr>
          <p:nvPr>
            <p:ph type="sldNum" sz="quarter" idx="4"/>
          </p:nvPr>
        </p:nvSpPr>
        <p:spPr>
          <a:xfrm>
            <a:off x="11022668" y="6441983"/>
            <a:ext cx="931113" cy="292196"/>
          </a:xfrm>
          <a:prstGeom prst="rect">
            <a:avLst/>
          </a:prstGeom>
        </p:spPr>
        <p:txBody>
          <a:bodyPr vert="horz" lIns="91440" tIns="45720" rIns="91440" bIns="45720" rtlCol="0" anchor="ctr"/>
          <a:lstStyle>
            <a:lvl1pPr algn="r">
              <a:defRPr sz="1600" b="1">
                <a:solidFill>
                  <a:srgbClr val="C00000"/>
                </a:solidFill>
              </a:defRPr>
            </a:lvl1pPr>
          </a:lstStyle>
          <a:p>
            <a:r>
              <a:rPr lang="en-US" altLang="zh-CN"/>
              <a:t> </a:t>
            </a:r>
            <a:fld id="{A548B57D-AE10-4CF7-A9DF-59FEFA91B28E}" type="slidenum">
              <a:rPr lang="zh-CN" altLang="en-US" smtClean="0"/>
            </a:fld>
            <a:r>
              <a:rPr lang="zh-CN" altLang="en-US"/>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a:xfrm>
            <a:off x="838200" y="6356350"/>
            <a:ext cx="2743200" cy="365125"/>
          </a:xfrm>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a:xfrm>
            <a:off x="838200" y="6356350"/>
            <a:ext cx="2743200" cy="365125"/>
          </a:xfrm>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封面-1">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stretch>
            <a:fillRect/>
          </a:stretch>
        </p:blipFill>
        <p:spPr>
          <a:xfrm>
            <a:off x="0" y="0"/>
            <a:ext cx="12192000" cy="3357217"/>
          </a:xfrm>
          <a:prstGeom prst="rect">
            <a:avLst/>
          </a:prstGeom>
        </p:spPr>
      </p:pic>
      <p:sp>
        <p:nvSpPr>
          <p:cNvPr id="4" name="矩形 3"/>
          <p:cNvSpPr/>
          <p:nvPr userDrawn="1"/>
        </p:nvSpPr>
        <p:spPr>
          <a:xfrm>
            <a:off x="-800" y="-7913"/>
            <a:ext cx="12192000" cy="3361208"/>
          </a:xfrm>
          <a:prstGeom prst="rect">
            <a:avLst/>
          </a:prstGeom>
          <a:solidFill>
            <a:srgbClr val="9A0001">
              <a:alpha val="2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userDrawn="1"/>
        </p:nvSpPr>
        <p:spPr>
          <a:xfrm>
            <a:off x="5303520" y="2562096"/>
            <a:ext cx="1584960" cy="15849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userDrawn="1"/>
        </p:nvGrpSpPr>
        <p:grpSpPr>
          <a:xfrm>
            <a:off x="5410200" y="2670375"/>
            <a:ext cx="1371600" cy="1368402"/>
            <a:chOff x="2105799" y="20055838"/>
            <a:chExt cx="6748090" cy="6732363"/>
          </a:xfrm>
          <a:solidFill>
            <a:srgbClr val="8B0012">
              <a:alpha val="80000"/>
            </a:srgbClr>
          </a:solidFill>
        </p:grpSpPr>
        <p:sp>
          <p:nvSpPr>
            <p:cNvPr id="7"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8"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9"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0"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1"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2"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3"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4"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5"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6"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7"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8"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9"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0"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1"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2"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3"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4"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5"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6"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7"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8"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9"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grpSp>
      <p:sp>
        <p:nvSpPr>
          <p:cNvPr id="36" name="文本占位符 35"/>
          <p:cNvSpPr>
            <a:spLocks noGrp="1"/>
          </p:cNvSpPr>
          <p:nvPr userDrawn="1">
            <p:ph type="body" sz="quarter" idx="10" hasCustomPrompt="1"/>
          </p:nvPr>
        </p:nvSpPr>
        <p:spPr>
          <a:xfrm>
            <a:off x="1606550" y="4264178"/>
            <a:ext cx="8975725" cy="781050"/>
          </a:xfrm>
        </p:spPr>
        <p:txBody>
          <a:bodyPr>
            <a:normAutofit/>
          </a:bodyPr>
          <a:lstStyle>
            <a:lvl1pPr marL="0" indent="0" algn="ctr" defTabSz="914400" rtl="0" eaLnBrk="1" latinLnBrk="0" hangingPunct="1">
              <a:lnSpc>
                <a:spcPct val="120000"/>
              </a:lnSpc>
              <a:buNone/>
              <a:defRPr lang="zh-CN" altLang="en-US" sz="4000" b="1" kern="1200" spc="300">
                <a:solidFill>
                  <a:schemeClr val="tx1">
                    <a:lumMod val="85000"/>
                    <a:lumOff val="15000"/>
                  </a:schemeClr>
                </a:solidFill>
                <a:latin typeface="+mn-lt"/>
                <a:ea typeface="Microsoft YaHei" panose="020B0503020204020204" pitchFamily="34" charset="-122"/>
                <a:cs typeface="Microsoft YaHei" panose="020B0503020204020204" pitchFamily="34" charset="-122"/>
              </a:defRPr>
            </a:lvl1pPr>
          </a:lstStyle>
          <a:p>
            <a:pPr algn="ctr">
              <a:lnSpc>
                <a:spcPct val="120000"/>
              </a:lnSpc>
              <a:defRPr/>
            </a:pPr>
            <a:r>
              <a:rPr lang="zh-CN" altLang="en-US" sz="4000" b="1" spc="300" dirty="0">
                <a:solidFill>
                  <a:schemeClr val="tx1">
                    <a:lumMod val="85000"/>
                    <a:lumOff val="15000"/>
                  </a:schemeClr>
                </a:solidFill>
                <a:latin typeface="Microsoft YaHei" panose="020B0503020204020204" pitchFamily="34" charset="-122"/>
                <a:ea typeface="Microsoft YaHei" panose="020B0503020204020204" pitchFamily="34" charset="-122"/>
                <a:cs typeface="经典圆体简" panose="02010609000101010101" pitchFamily="49" charset="-122"/>
                <a:sym typeface="Microsoft YaHei" panose="020B0503020204020204" pitchFamily="34" charset="-122"/>
              </a:rPr>
              <a:t>北京大学学术答辩通用</a:t>
            </a:r>
            <a:r>
              <a:rPr lang="en-US" altLang="zh-CN" sz="4000" b="1" spc="300" dirty="0">
                <a:solidFill>
                  <a:schemeClr val="tx1">
                    <a:lumMod val="85000"/>
                    <a:lumOff val="15000"/>
                  </a:schemeClr>
                </a:solidFill>
                <a:latin typeface="Microsoft YaHei" panose="020B0503020204020204" pitchFamily="34" charset="-122"/>
                <a:ea typeface="Microsoft YaHei" panose="020B0503020204020204" pitchFamily="34" charset="-122"/>
                <a:cs typeface="经典圆体简" panose="02010609000101010101" pitchFamily="49" charset="-122"/>
                <a:sym typeface="Microsoft YaHei" panose="020B0503020204020204" pitchFamily="34" charset="-122"/>
              </a:rPr>
              <a:t>PPT</a:t>
            </a:r>
            <a:r>
              <a:rPr lang="zh-CN" altLang="en-US" sz="4000" b="1" spc="300" dirty="0">
                <a:solidFill>
                  <a:schemeClr val="tx1">
                    <a:lumMod val="85000"/>
                    <a:lumOff val="15000"/>
                  </a:schemeClr>
                </a:solidFill>
                <a:latin typeface="Microsoft YaHei" panose="020B0503020204020204" pitchFamily="34" charset="-122"/>
                <a:ea typeface="Microsoft YaHei" panose="020B0503020204020204" pitchFamily="34" charset="-122"/>
                <a:cs typeface="经典圆体简" panose="02010609000101010101" pitchFamily="49" charset="-122"/>
                <a:sym typeface="Microsoft YaHei" panose="020B0503020204020204" pitchFamily="34" charset="-122"/>
              </a:rPr>
              <a:t>模板</a:t>
            </a:r>
            <a:endParaRPr lang="zh-CN" altLang="en-US" sz="4000" b="1" spc="300" dirty="0">
              <a:solidFill>
                <a:schemeClr val="tx1">
                  <a:lumMod val="85000"/>
                  <a:lumOff val="15000"/>
                </a:schemeClr>
              </a:solidFill>
              <a:latin typeface="Microsoft YaHei" panose="020B0503020204020204" pitchFamily="34" charset="-122"/>
              <a:ea typeface="Microsoft YaHei" panose="020B0503020204020204" pitchFamily="34" charset="-122"/>
              <a:cs typeface="经典圆体简" panose="02010609000101010101" pitchFamily="49" charset="-122"/>
              <a:sym typeface="Microsoft YaHei" panose="020B0503020204020204" pitchFamily="34" charset="-122"/>
            </a:endParaRPr>
          </a:p>
        </p:txBody>
      </p:sp>
      <p:sp>
        <p:nvSpPr>
          <p:cNvPr id="41" name="文本占位符 37"/>
          <p:cNvSpPr>
            <a:spLocks noGrp="1"/>
          </p:cNvSpPr>
          <p:nvPr>
            <p:ph type="body" sz="quarter" idx="11" hasCustomPrompt="1"/>
          </p:nvPr>
        </p:nvSpPr>
        <p:spPr>
          <a:xfrm>
            <a:off x="2244991" y="5389156"/>
            <a:ext cx="1987550" cy="341632"/>
          </a:xfrm>
          <a:noFill/>
        </p:spPr>
        <p:txBody>
          <a:bodyPr wrap="square" rtlCol="0">
            <a:spAutoFit/>
          </a:bodyPr>
          <a:lstStyle>
            <a:lvl1pPr marL="0" indent="0">
              <a:buNone/>
              <a:defRPr lang="zh-CN" altLang="en-US" sz="1800" dirty="0">
                <a:solidFill>
                  <a:srgbClr val="222A35"/>
                </a:solidFill>
                <a:latin typeface="Microsoft YaHei" panose="020B0503020204020204" pitchFamily="34" charset="-122"/>
                <a:ea typeface="Microsoft YaHei" panose="020B0503020204020204" pitchFamily="34" charset="-122"/>
              </a:defRPr>
            </a:lvl1pPr>
          </a:lstStyle>
          <a:p>
            <a:pPr marL="0" lvl="0"/>
            <a:r>
              <a:rPr lang="zh-CN" altLang="en-US" dirty="0"/>
              <a:t>答辩人：</a:t>
            </a:r>
            <a:r>
              <a:rPr lang="en-US" altLang="zh-CN" dirty="0"/>
              <a:t>XXX</a:t>
            </a:r>
            <a:endParaRPr lang="zh-CN" altLang="en-US" dirty="0"/>
          </a:p>
        </p:txBody>
      </p:sp>
      <p:sp>
        <p:nvSpPr>
          <p:cNvPr id="42" name="文本占位符 37"/>
          <p:cNvSpPr>
            <a:spLocks noGrp="1"/>
          </p:cNvSpPr>
          <p:nvPr>
            <p:ph type="body" sz="quarter" idx="12" hasCustomPrompt="1"/>
          </p:nvPr>
        </p:nvSpPr>
        <p:spPr>
          <a:xfrm>
            <a:off x="5102225" y="5389156"/>
            <a:ext cx="1987550" cy="341632"/>
          </a:xfrm>
          <a:noFill/>
        </p:spPr>
        <p:txBody>
          <a:bodyPr wrap="square" rtlCol="0">
            <a:spAutoFit/>
          </a:bodyPr>
          <a:lstStyle>
            <a:lvl1pPr marL="0" indent="0" algn="ctr">
              <a:buNone/>
              <a:defRPr lang="zh-CN" altLang="en-US" sz="1800" dirty="0">
                <a:solidFill>
                  <a:srgbClr val="222A35"/>
                </a:solidFill>
                <a:latin typeface="Microsoft YaHei" panose="020B0503020204020204" pitchFamily="34" charset="-122"/>
                <a:ea typeface="Microsoft YaHei" panose="020B0503020204020204" pitchFamily="34" charset="-122"/>
              </a:defRPr>
            </a:lvl1pPr>
          </a:lstStyle>
          <a:p>
            <a:pPr marL="0" lvl="0"/>
            <a:r>
              <a:rPr lang="zh-CN" altLang="en-US" dirty="0"/>
              <a:t>指导教师：</a:t>
            </a:r>
            <a:r>
              <a:rPr lang="en-US" altLang="zh-CN" dirty="0"/>
              <a:t>XXX</a:t>
            </a:r>
            <a:endParaRPr lang="zh-CN" altLang="en-US" dirty="0"/>
          </a:p>
        </p:txBody>
      </p:sp>
      <p:sp>
        <p:nvSpPr>
          <p:cNvPr id="43" name="文本占位符 37"/>
          <p:cNvSpPr>
            <a:spLocks noGrp="1"/>
          </p:cNvSpPr>
          <p:nvPr>
            <p:ph type="body" sz="quarter" idx="13" hasCustomPrompt="1"/>
          </p:nvPr>
        </p:nvSpPr>
        <p:spPr>
          <a:xfrm>
            <a:off x="7959460" y="5389156"/>
            <a:ext cx="1987550" cy="341632"/>
          </a:xfrm>
          <a:noFill/>
        </p:spPr>
        <p:txBody>
          <a:bodyPr wrap="square" rtlCol="0">
            <a:spAutoFit/>
          </a:bodyPr>
          <a:lstStyle>
            <a:lvl1pPr marL="0" indent="0" algn="r">
              <a:buNone/>
              <a:defRPr lang="zh-CN" altLang="en-US" sz="1800" dirty="0">
                <a:solidFill>
                  <a:srgbClr val="222A35"/>
                </a:solidFill>
                <a:latin typeface="Microsoft YaHei" panose="020B0503020204020204" pitchFamily="34" charset="-122"/>
                <a:ea typeface="Microsoft YaHei" panose="020B0503020204020204" pitchFamily="34" charset="-122"/>
              </a:defRPr>
            </a:lvl1pPr>
          </a:lstStyle>
          <a:p>
            <a:pPr marL="0" lvl="0"/>
            <a:r>
              <a:rPr lang="zh-CN" altLang="en-US" dirty="0"/>
              <a:t>院系：</a:t>
            </a:r>
            <a:r>
              <a:rPr lang="en-US" altLang="zh-CN" dirty="0"/>
              <a:t>XXX</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目录-4部分">
    <p:spTree>
      <p:nvGrpSpPr>
        <p:cNvPr id="1" name=""/>
        <p:cNvGrpSpPr/>
        <p:nvPr/>
      </p:nvGrpSpPr>
      <p:grpSpPr>
        <a:xfrm>
          <a:off x="0" y="0"/>
          <a:ext cx="0" cy="0"/>
          <a:chOff x="0" y="0"/>
          <a:chExt cx="0" cy="0"/>
        </a:xfrm>
      </p:grpSpPr>
      <p:sp>
        <p:nvSpPr>
          <p:cNvPr id="55" name="矩形 54"/>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Microsoft YaHei" panose="020B0503020204020204" pitchFamily="34" charset="-122"/>
              <a:cs typeface="+mn-ea"/>
              <a:sym typeface="+mn-lt"/>
            </a:endParaRPr>
          </a:p>
        </p:txBody>
      </p:sp>
      <p:pic>
        <p:nvPicPr>
          <p:cNvPr id="35" name="图形 3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sp>
        <p:nvSpPr>
          <p:cNvPr id="7" name="矩形 6"/>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Microsoft YaHei" panose="020B0503020204020204" pitchFamily="34" charset="-122"/>
              <a:cs typeface="+mn-ea"/>
              <a:sym typeface="+mn-lt"/>
            </a:endParaRPr>
          </a:p>
        </p:txBody>
      </p:sp>
      <p:grpSp>
        <p:nvGrpSpPr>
          <p:cNvPr id="8" name="组合 7"/>
          <p:cNvGrpSpPr/>
          <p:nvPr userDrawn="1"/>
        </p:nvGrpSpPr>
        <p:grpSpPr>
          <a:xfrm>
            <a:off x="2296213"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Microsoft YaHei"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b="1" i="0" u="none" strike="noStrike" kern="2200" cap="none" spc="0" normalizeH="0" baseline="0" noProof="0" dirty="0">
                  <a:ln>
                    <a:noFill/>
                  </a:ln>
                  <a:solidFill>
                    <a:schemeClr val="accent1"/>
                  </a:solidFill>
                  <a:effectLst/>
                  <a:uLnTx/>
                  <a:uFillTx/>
                  <a:latin typeface="Arial" panose="020B0604020202020204"/>
                  <a:ea typeface="Microsoft YaHei" panose="020B0503020204020204" pitchFamily="34" charset="-122"/>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B0604020202020204"/>
                <a:ea typeface="Microsoft YaHei" panose="020B0503020204020204" pitchFamily="34" charset="-122"/>
                <a:cs typeface="+mn-ea"/>
                <a:sym typeface="+mn-lt"/>
              </a:endParaRPr>
            </a:p>
          </p:txBody>
        </p:sp>
        <p:sp>
          <p:nvSpPr>
            <p:cNvPr id="10" name="文本框 9"/>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2200" cap="none" spc="-20" normalizeH="0" baseline="0" noProof="0" dirty="0">
                  <a:ln>
                    <a:noFill/>
                  </a:ln>
                  <a:solidFill>
                    <a:schemeClr val="accent1"/>
                  </a:solidFill>
                  <a:effectLst/>
                  <a:uLnTx/>
                  <a:uFillTx/>
                  <a:latin typeface="Arial" panose="020B0604020202020204"/>
                  <a:ea typeface="Microsoft YaHei" panose="020B0503020204020204" pitchFamily="34" charset="-122"/>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B0604020202020204"/>
                <a:ea typeface="Microsoft YaHei" panose="020B0503020204020204" pitchFamily="34"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20" normalizeH="0" baseline="0" noProof="0" dirty="0">
                <a:ln>
                  <a:noFill/>
                </a:ln>
                <a:solidFill>
                  <a:schemeClr val="accent1"/>
                </a:solidFill>
                <a:effectLst/>
                <a:uLnTx/>
                <a:uFillTx/>
                <a:latin typeface="Arial" panose="020B0604020202020204"/>
                <a:ea typeface="Microsoft YaHei" panose="020B0503020204020204" pitchFamily="34" charset="-122"/>
                <a:cs typeface="+mn-ea"/>
                <a:sym typeface="+mn-lt"/>
              </a:endParaRPr>
            </a:p>
          </p:txBody>
        </p:sp>
      </p:grpSp>
      <p:sp>
        <p:nvSpPr>
          <p:cNvPr id="45" name="文本占位符 40"/>
          <p:cNvSpPr>
            <a:spLocks noGrp="1"/>
          </p:cNvSpPr>
          <p:nvPr>
            <p:ph type="body" sz="quarter" idx="10" hasCustomPrompt="1"/>
          </p:nvPr>
        </p:nvSpPr>
        <p:spPr>
          <a:xfrm>
            <a:off x="7825514" y="1561152"/>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6" name="文本占位符 40"/>
          <p:cNvSpPr>
            <a:spLocks noGrp="1"/>
          </p:cNvSpPr>
          <p:nvPr>
            <p:ph type="body" sz="quarter" idx="11" hasCustomPrompt="1"/>
          </p:nvPr>
        </p:nvSpPr>
        <p:spPr>
          <a:xfrm>
            <a:off x="7825514" y="2650906"/>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7" name="文本占位符 40"/>
          <p:cNvSpPr>
            <a:spLocks noGrp="1"/>
          </p:cNvSpPr>
          <p:nvPr>
            <p:ph type="body" sz="quarter" idx="12" hasCustomPrompt="1"/>
          </p:nvPr>
        </p:nvSpPr>
        <p:spPr>
          <a:xfrm>
            <a:off x="7825514" y="3740660"/>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9" name="文本占位符 40"/>
          <p:cNvSpPr>
            <a:spLocks noGrp="1"/>
          </p:cNvSpPr>
          <p:nvPr>
            <p:ph type="body" sz="quarter" idx="14" hasCustomPrompt="1"/>
          </p:nvPr>
        </p:nvSpPr>
        <p:spPr>
          <a:xfrm>
            <a:off x="7825514" y="4830414"/>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50" name="文本框 49"/>
          <p:cNvSpPr txBox="1"/>
          <p:nvPr userDrawn="1"/>
        </p:nvSpPr>
        <p:spPr>
          <a:xfrm>
            <a:off x="6814866" y="15126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51" name="文本框 50"/>
          <p:cNvSpPr txBox="1"/>
          <p:nvPr userDrawn="1"/>
        </p:nvSpPr>
        <p:spPr>
          <a:xfrm>
            <a:off x="6814866" y="2596050"/>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52" name="文本框 51"/>
          <p:cNvSpPr txBox="1"/>
          <p:nvPr userDrawn="1"/>
        </p:nvSpPr>
        <p:spPr>
          <a:xfrm>
            <a:off x="6814866" y="3679496"/>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53" name="文本框 52"/>
          <p:cNvSpPr txBox="1"/>
          <p:nvPr userDrawn="1"/>
        </p:nvSpPr>
        <p:spPr>
          <a:xfrm>
            <a:off x="6814866" y="4762941"/>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grpSp>
        <p:nvGrpSpPr>
          <p:cNvPr id="56" name="组合 55"/>
          <p:cNvGrpSpPr/>
          <p:nvPr userDrawn="1"/>
        </p:nvGrpSpPr>
        <p:grpSpPr>
          <a:xfrm>
            <a:off x="2425132" y="3183822"/>
            <a:ext cx="1945700" cy="1941162"/>
            <a:chOff x="2105799" y="20055838"/>
            <a:chExt cx="6748090" cy="6732363"/>
          </a:xfrm>
          <a:solidFill>
            <a:schemeClr val="accent1"/>
          </a:solidFill>
        </p:grpSpPr>
        <p:sp>
          <p:nvSpPr>
            <p:cNvPr id="57"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58"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59"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60"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61"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62"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63"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64"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65"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66"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67"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68"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69"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70"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71"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72"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73"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74"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75"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76"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77"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78"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79" name="Freeform 71"/>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Microsoft YaHei" panose="020B0503020204020204" pitchFamily="34" charset="-122"/>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目录-5部分">
    <p:spTree>
      <p:nvGrpSpPr>
        <p:cNvPr id="1" name=""/>
        <p:cNvGrpSpPr/>
        <p:nvPr/>
      </p:nvGrpSpPr>
      <p:grpSpPr>
        <a:xfrm>
          <a:off x="0" y="0"/>
          <a:ext cx="0" cy="0"/>
          <a:chOff x="0" y="0"/>
          <a:chExt cx="0" cy="0"/>
        </a:xfrm>
      </p:grpSpPr>
      <p:sp>
        <p:nvSpPr>
          <p:cNvPr id="6" name="矩形 5"/>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Microsoft YaHei" panose="020B0503020204020204" pitchFamily="34" charset="-122"/>
              <a:cs typeface="+mn-ea"/>
              <a:sym typeface="+mn-lt"/>
            </a:endParaRPr>
          </a:p>
        </p:txBody>
      </p:sp>
      <p:sp>
        <p:nvSpPr>
          <p:cNvPr id="71" name="矩形 70"/>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Microsoft YaHei" panose="020B0503020204020204" pitchFamily="34" charset="-122"/>
              <a:cs typeface="+mn-ea"/>
              <a:sym typeface="+mn-lt"/>
            </a:endParaRPr>
          </a:p>
        </p:txBody>
      </p:sp>
      <p:pic>
        <p:nvPicPr>
          <p:cNvPr id="35" name="图形 3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grpSp>
        <p:nvGrpSpPr>
          <p:cNvPr id="8" name="组合 7"/>
          <p:cNvGrpSpPr/>
          <p:nvPr userDrawn="1"/>
        </p:nvGrpSpPr>
        <p:grpSpPr>
          <a:xfrm>
            <a:off x="2296213"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Microsoft YaHei"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b="1" i="0" u="none" strike="noStrike" kern="2200" cap="none" spc="0" normalizeH="0" baseline="0" noProof="0" dirty="0">
                  <a:ln>
                    <a:noFill/>
                  </a:ln>
                  <a:solidFill>
                    <a:schemeClr val="accent1"/>
                  </a:solidFill>
                  <a:effectLst/>
                  <a:uLnTx/>
                  <a:uFillTx/>
                  <a:latin typeface="Arial" panose="020B0604020202020204"/>
                  <a:ea typeface="Microsoft YaHei" panose="020B0503020204020204" pitchFamily="34" charset="-122"/>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B0604020202020204"/>
                <a:ea typeface="Microsoft YaHei" panose="020B0503020204020204" pitchFamily="34" charset="-122"/>
                <a:cs typeface="+mn-ea"/>
                <a:sym typeface="+mn-lt"/>
              </a:endParaRPr>
            </a:p>
          </p:txBody>
        </p:sp>
        <p:sp>
          <p:nvSpPr>
            <p:cNvPr id="10" name="文本框 9"/>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2200" cap="none" spc="-20" normalizeH="0" baseline="0" noProof="0" dirty="0">
                  <a:ln>
                    <a:noFill/>
                  </a:ln>
                  <a:solidFill>
                    <a:schemeClr val="accent1"/>
                  </a:solidFill>
                  <a:effectLst/>
                  <a:uLnTx/>
                  <a:uFillTx/>
                  <a:latin typeface="Arial" panose="020B0604020202020204"/>
                  <a:ea typeface="Microsoft YaHei" panose="020B0503020204020204" pitchFamily="34" charset="-122"/>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B0604020202020204"/>
                <a:ea typeface="Microsoft YaHei" panose="020B0503020204020204" pitchFamily="34"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20" normalizeH="0" baseline="0" noProof="0" dirty="0">
                <a:ln>
                  <a:noFill/>
                </a:ln>
                <a:solidFill>
                  <a:schemeClr val="accent1"/>
                </a:solidFill>
                <a:effectLst/>
                <a:uLnTx/>
                <a:uFillTx/>
                <a:latin typeface="Arial" panose="020B0604020202020204"/>
                <a:ea typeface="Microsoft YaHei" panose="020B0503020204020204" pitchFamily="34" charset="-122"/>
                <a:cs typeface="+mn-ea"/>
                <a:sym typeface="+mn-lt"/>
              </a:endParaRPr>
            </a:p>
          </p:txBody>
        </p:sp>
      </p:grpSp>
      <p:sp>
        <p:nvSpPr>
          <p:cNvPr id="41" name="文本占位符 40"/>
          <p:cNvSpPr>
            <a:spLocks noGrp="1"/>
          </p:cNvSpPr>
          <p:nvPr>
            <p:ph type="body" sz="quarter" idx="10" hasCustomPrompt="1"/>
          </p:nvPr>
        </p:nvSpPr>
        <p:spPr>
          <a:xfrm>
            <a:off x="7819905" y="14087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2" name="文本占位符 40"/>
          <p:cNvSpPr>
            <a:spLocks noGrp="1"/>
          </p:cNvSpPr>
          <p:nvPr>
            <p:ph type="body" sz="quarter" idx="11" hasCustomPrompt="1"/>
          </p:nvPr>
        </p:nvSpPr>
        <p:spPr>
          <a:xfrm>
            <a:off x="7819905" y="23022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3" name="文本占位符 40"/>
          <p:cNvSpPr>
            <a:spLocks noGrp="1"/>
          </p:cNvSpPr>
          <p:nvPr>
            <p:ph type="body" sz="quarter" idx="12" hasCustomPrompt="1"/>
          </p:nvPr>
        </p:nvSpPr>
        <p:spPr>
          <a:xfrm>
            <a:off x="7819905" y="31956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4" name="文本占位符 40"/>
          <p:cNvSpPr>
            <a:spLocks noGrp="1"/>
          </p:cNvSpPr>
          <p:nvPr>
            <p:ph type="body" sz="quarter" idx="13" hasCustomPrompt="1"/>
          </p:nvPr>
        </p:nvSpPr>
        <p:spPr>
          <a:xfrm>
            <a:off x="7819905" y="4982551"/>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36" name="文本占位符 40"/>
          <p:cNvSpPr>
            <a:spLocks noGrp="1"/>
          </p:cNvSpPr>
          <p:nvPr>
            <p:ph type="body" sz="quarter" idx="14" hasCustomPrompt="1"/>
          </p:nvPr>
        </p:nvSpPr>
        <p:spPr>
          <a:xfrm>
            <a:off x="7819905" y="40891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2" name="文本框 1"/>
          <p:cNvSpPr txBox="1"/>
          <p:nvPr userDrawn="1"/>
        </p:nvSpPr>
        <p:spPr>
          <a:xfrm>
            <a:off x="6809256" y="13602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p:cNvSpPr txBox="1"/>
          <p:nvPr userDrawn="1"/>
        </p:nvSpPr>
        <p:spPr>
          <a:xfrm>
            <a:off x="6809256" y="2253654"/>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p:cNvSpPr txBox="1"/>
          <p:nvPr userDrawn="1"/>
        </p:nvSpPr>
        <p:spPr>
          <a:xfrm>
            <a:off x="6809256" y="3148379"/>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p:cNvSpPr txBox="1"/>
          <p:nvPr userDrawn="1"/>
        </p:nvSpPr>
        <p:spPr>
          <a:xfrm>
            <a:off x="6809256" y="4021629"/>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p:cNvSpPr txBox="1"/>
          <p:nvPr userDrawn="1"/>
        </p:nvSpPr>
        <p:spPr>
          <a:xfrm>
            <a:off x="6809256" y="4921514"/>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grpSp>
        <p:nvGrpSpPr>
          <p:cNvPr id="47" name="组合 46"/>
          <p:cNvGrpSpPr/>
          <p:nvPr userDrawn="1"/>
        </p:nvGrpSpPr>
        <p:grpSpPr>
          <a:xfrm>
            <a:off x="2425132" y="3183822"/>
            <a:ext cx="1945700" cy="1941162"/>
            <a:chOff x="2105799" y="20055838"/>
            <a:chExt cx="6748090" cy="6732363"/>
          </a:xfrm>
          <a:solidFill>
            <a:schemeClr val="accent1"/>
          </a:solidFill>
        </p:grpSpPr>
        <p:sp>
          <p:nvSpPr>
            <p:cNvPr id="48"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49"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50"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51"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52"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53"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54"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55"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56"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57"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58"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59"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60"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61"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62"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63"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64"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65"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66"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67"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68"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69"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70" name="Freeform 71"/>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Microsoft YaHei" panose="020B0503020204020204" pitchFamily="34" charset="-122"/>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目录-6部分">
    <p:spTree>
      <p:nvGrpSpPr>
        <p:cNvPr id="1" name=""/>
        <p:cNvGrpSpPr/>
        <p:nvPr/>
      </p:nvGrpSpPr>
      <p:grpSpPr>
        <a:xfrm>
          <a:off x="0" y="0"/>
          <a:ext cx="0" cy="0"/>
          <a:chOff x="0" y="0"/>
          <a:chExt cx="0" cy="0"/>
        </a:xfrm>
      </p:grpSpPr>
      <p:sp>
        <p:nvSpPr>
          <p:cNvPr id="6" name="矩形 5"/>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Microsoft YaHei" panose="020B0503020204020204" pitchFamily="34" charset="-122"/>
              <a:cs typeface="+mn-ea"/>
              <a:sym typeface="+mn-lt"/>
            </a:endParaRPr>
          </a:p>
        </p:txBody>
      </p:sp>
      <p:pic>
        <p:nvPicPr>
          <p:cNvPr id="35" name="图形 3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sp>
        <p:nvSpPr>
          <p:cNvPr id="49" name="矩形 48"/>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Microsoft YaHei" panose="020B0503020204020204" pitchFamily="34" charset="-122"/>
              <a:cs typeface="+mn-ea"/>
              <a:sym typeface="+mn-lt"/>
            </a:endParaRPr>
          </a:p>
        </p:txBody>
      </p:sp>
      <p:grpSp>
        <p:nvGrpSpPr>
          <p:cNvPr id="8" name="组合 7"/>
          <p:cNvGrpSpPr/>
          <p:nvPr userDrawn="1"/>
        </p:nvGrpSpPr>
        <p:grpSpPr>
          <a:xfrm>
            <a:off x="2296213"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Microsoft YaHei"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b="1" i="0" u="none" strike="noStrike" kern="2200" cap="none" spc="0" normalizeH="0" baseline="0" noProof="0" dirty="0">
                  <a:ln>
                    <a:noFill/>
                  </a:ln>
                  <a:solidFill>
                    <a:schemeClr val="accent1"/>
                  </a:solidFill>
                  <a:effectLst/>
                  <a:uLnTx/>
                  <a:uFillTx/>
                  <a:latin typeface="Arial" panose="020B0604020202020204"/>
                  <a:ea typeface="Microsoft YaHei" panose="020B0503020204020204" pitchFamily="34" charset="-122"/>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B0604020202020204"/>
                <a:ea typeface="Microsoft YaHei" panose="020B0503020204020204" pitchFamily="34" charset="-122"/>
                <a:cs typeface="+mn-ea"/>
                <a:sym typeface="+mn-lt"/>
              </a:endParaRPr>
            </a:p>
          </p:txBody>
        </p:sp>
        <p:sp>
          <p:nvSpPr>
            <p:cNvPr id="10" name="文本框 9"/>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2200" cap="none" spc="-20" normalizeH="0" baseline="0" noProof="0" dirty="0">
                  <a:ln>
                    <a:noFill/>
                  </a:ln>
                  <a:solidFill>
                    <a:schemeClr val="accent1"/>
                  </a:solidFill>
                  <a:effectLst/>
                  <a:uLnTx/>
                  <a:uFillTx/>
                  <a:latin typeface="Arial" panose="020B0604020202020204"/>
                  <a:ea typeface="Microsoft YaHei" panose="020B0503020204020204" pitchFamily="34" charset="-122"/>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B0604020202020204"/>
                <a:ea typeface="Microsoft YaHei" panose="020B0503020204020204" pitchFamily="34"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20" normalizeH="0" baseline="0" noProof="0" dirty="0">
                <a:ln>
                  <a:noFill/>
                </a:ln>
                <a:solidFill>
                  <a:schemeClr val="accent1"/>
                </a:solidFill>
                <a:effectLst/>
                <a:uLnTx/>
                <a:uFillTx/>
                <a:latin typeface="Arial" panose="020B0604020202020204"/>
                <a:ea typeface="Microsoft YaHei" panose="020B0503020204020204" pitchFamily="34" charset="-122"/>
                <a:cs typeface="+mn-ea"/>
                <a:sym typeface="+mn-lt"/>
              </a:endParaRPr>
            </a:p>
          </p:txBody>
        </p:sp>
      </p:grpSp>
      <p:grpSp>
        <p:nvGrpSpPr>
          <p:cNvPr id="11" name="组合 10"/>
          <p:cNvGrpSpPr/>
          <p:nvPr userDrawn="1"/>
        </p:nvGrpSpPr>
        <p:grpSpPr>
          <a:xfrm>
            <a:off x="2425132" y="3183822"/>
            <a:ext cx="1945700" cy="1941162"/>
            <a:chOff x="2105799" y="20055838"/>
            <a:chExt cx="6748090" cy="6732363"/>
          </a:xfrm>
          <a:solidFill>
            <a:schemeClr val="accent1"/>
          </a:solidFill>
        </p:grpSpPr>
        <p:sp>
          <p:nvSpPr>
            <p:cNvPr id="12"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13"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14"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15"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16"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17"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18"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19"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20"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21"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22"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23"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24"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25"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26"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27"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28"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29"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30"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31"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32"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33"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34" name="Freeform 71"/>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Microsoft YaHei" panose="020B0503020204020204" pitchFamily="34" charset="-122"/>
                <a:cs typeface="+mn-ea"/>
                <a:sym typeface="+mn-lt"/>
              </a:endParaRPr>
            </a:p>
          </p:txBody>
        </p:sp>
      </p:grpSp>
      <p:sp>
        <p:nvSpPr>
          <p:cNvPr id="41" name="文本占位符 40"/>
          <p:cNvSpPr>
            <a:spLocks noGrp="1"/>
          </p:cNvSpPr>
          <p:nvPr>
            <p:ph type="body" sz="quarter" idx="10" hasCustomPrompt="1"/>
          </p:nvPr>
        </p:nvSpPr>
        <p:spPr>
          <a:xfrm>
            <a:off x="7819905" y="131731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2" name="文本占位符 40"/>
          <p:cNvSpPr>
            <a:spLocks noGrp="1"/>
          </p:cNvSpPr>
          <p:nvPr>
            <p:ph type="body" sz="quarter" idx="11" hasCustomPrompt="1"/>
          </p:nvPr>
        </p:nvSpPr>
        <p:spPr>
          <a:xfrm>
            <a:off x="7819905" y="206788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3" name="文本占位符 40"/>
          <p:cNvSpPr>
            <a:spLocks noGrp="1"/>
          </p:cNvSpPr>
          <p:nvPr>
            <p:ph type="body" sz="quarter" idx="12" hasCustomPrompt="1"/>
          </p:nvPr>
        </p:nvSpPr>
        <p:spPr>
          <a:xfrm>
            <a:off x="7819905" y="281845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4" name="文本占位符 40"/>
          <p:cNvSpPr>
            <a:spLocks noGrp="1"/>
          </p:cNvSpPr>
          <p:nvPr>
            <p:ph type="body" sz="quarter" idx="13" hasCustomPrompt="1"/>
          </p:nvPr>
        </p:nvSpPr>
        <p:spPr>
          <a:xfrm>
            <a:off x="7819905" y="431959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36" name="文本占位符 40"/>
          <p:cNvSpPr>
            <a:spLocks noGrp="1"/>
          </p:cNvSpPr>
          <p:nvPr>
            <p:ph type="body" sz="quarter" idx="14" hasCustomPrompt="1"/>
          </p:nvPr>
        </p:nvSpPr>
        <p:spPr>
          <a:xfrm>
            <a:off x="7819905" y="356902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2" name="文本框 1"/>
          <p:cNvSpPr txBox="1"/>
          <p:nvPr userDrawn="1"/>
        </p:nvSpPr>
        <p:spPr>
          <a:xfrm>
            <a:off x="6809256" y="126876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p:cNvSpPr txBox="1"/>
          <p:nvPr userDrawn="1"/>
        </p:nvSpPr>
        <p:spPr>
          <a:xfrm>
            <a:off x="6809256" y="2016836"/>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p:cNvSpPr txBox="1"/>
          <p:nvPr userDrawn="1"/>
        </p:nvSpPr>
        <p:spPr>
          <a:xfrm>
            <a:off x="6809256" y="2764908"/>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p:cNvSpPr txBox="1"/>
          <p:nvPr userDrawn="1"/>
        </p:nvSpPr>
        <p:spPr>
          <a:xfrm>
            <a:off x="6809256" y="3512980"/>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p:cNvSpPr txBox="1"/>
          <p:nvPr userDrawn="1"/>
        </p:nvSpPr>
        <p:spPr>
          <a:xfrm>
            <a:off x="6809256" y="4261052"/>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sp>
        <p:nvSpPr>
          <p:cNvPr id="47" name="文本占位符 40"/>
          <p:cNvSpPr>
            <a:spLocks noGrp="1"/>
          </p:cNvSpPr>
          <p:nvPr>
            <p:ph type="body" sz="quarter" idx="15" hasCustomPrompt="1"/>
          </p:nvPr>
        </p:nvSpPr>
        <p:spPr>
          <a:xfrm>
            <a:off x="7819905" y="5070163"/>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8" name="文本框 47"/>
          <p:cNvSpPr txBox="1"/>
          <p:nvPr userDrawn="1"/>
        </p:nvSpPr>
        <p:spPr>
          <a:xfrm>
            <a:off x="6809256" y="5009126"/>
            <a:ext cx="675822" cy="584775"/>
          </a:xfrm>
          <a:prstGeom prst="rect">
            <a:avLst/>
          </a:prstGeom>
          <a:noFill/>
        </p:spPr>
        <p:txBody>
          <a:bodyPr wrap="square" rtlCol="0">
            <a:spAutoFit/>
          </a:bodyPr>
          <a:lstStyle/>
          <a:p>
            <a:r>
              <a:rPr lang="en-US" altLang="zh-CN" sz="3200" b="1" dirty="0">
                <a:solidFill>
                  <a:srgbClr val="9A0001"/>
                </a:solidFill>
              </a:rPr>
              <a:t>06.</a:t>
            </a:r>
            <a:endParaRPr lang="zh-CN" altLang="en-US" sz="3200" b="1" dirty="0">
              <a:solidFill>
                <a:srgbClr val="9A000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章节页">
    <p:spTree>
      <p:nvGrpSpPr>
        <p:cNvPr id="1" name=""/>
        <p:cNvGrpSpPr/>
        <p:nvPr/>
      </p:nvGrpSpPr>
      <p:grpSpPr>
        <a:xfrm>
          <a:off x="0" y="0"/>
          <a:ext cx="0" cy="0"/>
          <a:chOff x="0" y="0"/>
          <a:chExt cx="0" cy="0"/>
        </a:xfrm>
      </p:grpSpPr>
      <p:sp>
        <p:nvSpPr>
          <p:cNvPr id="66" name="矩形 65"/>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Microsoft YaHei" panose="020B0503020204020204" pitchFamily="34" charset="-122"/>
              <a:cs typeface="+mn-ea"/>
              <a:sym typeface="+mn-lt"/>
            </a:endParaRPr>
          </a:p>
        </p:txBody>
      </p:sp>
      <p:cxnSp>
        <p:nvCxnSpPr>
          <p:cNvPr id="70" name="直接连接符 69"/>
          <p:cNvCxnSpPr/>
          <p:nvPr/>
        </p:nvCxnSpPr>
        <p:spPr>
          <a:xfrm>
            <a:off x="996403" y="3428999"/>
            <a:ext cx="37739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占位符 3"/>
          <p:cNvSpPr>
            <a:spLocks noGrp="1"/>
          </p:cNvSpPr>
          <p:nvPr userDrawn="1">
            <p:ph type="body" sz="quarter" idx="10" hasCustomPrompt="1"/>
          </p:nvPr>
        </p:nvSpPr>
        <p:spPr>
          <a:xfrm>
            <a:off x="2465501" y="2552244"/>
            <a:ext cx="5716686" cy="707886"/>
          </a:xfrm>
        </p:spPr>
        <p:txBody>
          <a:bodyPr anchor="ctr" anchorCtr="0">
            <a:normAutofit/>
          </a:bodyPr>
          <a:lstStyle>
            <a:lvl1pPr marL="0" indent="0">
              <a:buFontTx/>
              <a:buNone/>
              <a:defRPr kumimoji="0" lang="zh-CN" altLang="en-US" sz="4000" b="1" i="0" u="none" strike="noStrike" kern="1200" cap="none" spc="0" normalizeH="0" baseline="0" dirty="0" smtClean="0">
                <a:ln>
                  <a:noFill/>
                </a:ln>
                <a:solidFill>
                  <a:prstClr val="white"/>
                </a:solidFill>
                <a:effectLst/>
                <a:uLnTx/>
                <a:uFillTx/>
                <a:latin typeface="Arial" panose="020B0604020202020204"/>
                <a:ea typeface="Microsoft YaHei" panose="020B0503020204020204" pitchFamily="34"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XX</a:t>
            </a:r>
            <a:endParaRPr lang="zh-CN" altLang="en-US" dirty="0"/>
          </a:p>
        </p:txBody>
      </p:sp>
      <p:sp>
        <p:nvSpPr>
          <p:cNvPr id="127" name="文本占位符 3"/>
          <p:cNvSpPr>
            <a:spLocks noGrp="1"/>
          </p:cNvSpPr>
          <p:nvPr>
            <p:ph type="body" sz="quarter" idx="11" hasCustomPrompt="1"/>
          </p:nvPr>
        </p:nvSpPr>
        <p:spPr>
          <a:xfrm>
            <a:off x="882188" y="3684327"/>
            <a:ext cx="7299999" cy="887667"/>
          </a:xfrm>
        </p:spPr>
        <p:txBody>
          <a:bodyPr>
            <a:noAutofit/>
          </a:bodyPr>
          <a:lstStyle>
            <a:lvl1pPr marL="0" indent="0">
              <a:buFontTx/>
              <a:buNone/>
              <a:defRPr lang="zh-CN" altLang="en-US" sz="4800" b="1" kern="1200" spc="400" dirty="0" smtClean="0">
                <a:solidFill>
                  <a:prstClr val="white"/>
                </a:solidFill>
                <a:latin typeface="Arial" panose="020B0604020202020204"/>
                <a:ea typeface="Microsoft YaHei" panose="020B0503020204020204" pitchFamily="34"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输入标题文本</a:t>
            </a:r>
            <a:endParaRPr lang="zh-CN" altLang="en-US" dirty="0"/>
          </a:p>
        </p:txBody>
      </p:sp>
      <p:pic>
        <p:nvPicPr>
          <p:cNvPr id="128" name="图形 12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3687" y="1559486"/>
            <a:ext cx="5172316" cy="3739027"/>
          </a:xfrm>
          <a:prstGeom prst="rect">
            <a:avLst/>
          </a:prstGeom>
        </p:spPr>
      </p:pic>
      <p:grpSp>
        <p:nvGrpSpPr>
          <p:cNvPr id="62" name="组合 61"/>
          <p:cNvGrpSpPr/>
          <p:nvPr userDrawn="1"/>
        </p:nvGrpSpPr>
        <p:grpSpPr>
          <a:xfrm>
            <a:off x="1654090" y="1145460"/>
            <a:ext cx="1477533" cy="108755"/>
            <a:chOff x="4616246" y="3878362"/>
            <a:chExt cx="5571416" cy="410087"/>
          </a:xfrm>
          <a:solidFill>
            <a:schemeClr val="tx1">
              <a:alpha val="80000"/>
            </a:schemeClr>
          </a:solidFill>
        </p:grpSpPr>
        <p:sp>
          <p:nvSpPr>
            <p:cNvPr id="63"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64"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65"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67"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68"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69"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71"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29"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30"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31"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32"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33"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34"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35"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36"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37"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138" name="组合 137"/>
          <p:cNvGrpSpPr/>
          <p:nvPr userDrawn="1"/>
        </p:nvGrpSpPr>
        <p:grpSpPr>
          <a:xfrm>
            <a:off x="1651541" y="660313"/>
            <a:ext cx="1483481" cy="423973"/>
            <a:chOff x="4606634" y="2048989"/>
            <a:chExt cx="5593843" cy="1598699"/>
          </a:xfrm>
          <a:solidFill>
            <a:schemeClr val="accent1">
              <a:alpha val="80000"/>
            </a:schemeClr>
          </a:solidFill>
        </p:grpSpPr>
        <p:sp>
          <p:nvSpPr>
            <p:cNvPr id="139"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40"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41"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42"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43"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44"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45"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46"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47"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48"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49"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0"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151" name="组合 150"/>
          <p:cNvGrpSpPr/>
          <p:nvPr userDrawn="1"/>
        </p:nvGrpSpPr>
        <p:grpSpPr>
          <a:xfrm>
            <a:off x="882188" y="613507"/>
            <a:ext cx="664422" cy="662874"/>
            <a:chOff x="2105799" y="20055838"/>
            <a:chExt cx="6748090" cy="6732363"/>
          </a:xfrm>
          <a:solidFill>
            <a:schemeClr val="accent1">
              <a:alpha val="80000"/>
            </a:schemeClr>
          </a:solidFill>
        </p:grpSpPr>
        <p:sp>
          <p:nvSpPr>
            <p:cNvPr id="152"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53"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54"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55"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56"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57"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58"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59"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60"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61"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62"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63"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64"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65"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66"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67"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68"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69"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70"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71"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72"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73"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74"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grpSp>
      <p:sp>
        <p:nvSpPr>
          <p:cNvPr id="5" name="矩形 4"/>
          <p:cNvSpPr/>
          <p:nvPr userDrawn="1"/>
        </p:nvSpPr>
        <p:spPr>
          <a:xfrm>
            <a:off x="875308" y="2536911"/>
            <a:ext cx="1503040" cy="707886"/>
          </a:xfrm>
          <a:prstGeom prst="rect">
            <a:avLst/>
          </a:prstGeom>
        </p:spPr>
        <p:txBody>
          <a:bodyPr wrap="none">
            <a:spAutoFit/>
          </a:bodyPr>
          <a:lstStyle/>
          <a:p>
            <a:r>
              <a:rPr kumimoji="0" lang="en-US" altLang="zh-CN" sz="4000" b="0" i="0" u="none" strike="noStrike" kern="1200" cap="none" spc="0" normalizeH="0" baseline="0" dirty="0">
                <a:ln>
                  <a:noFill/>
                </a:ln>
                <a:solidFill>
                  <a:prstClr val="white"/>
                </a:solidFill>
                <a:effectLst/>
                <a:uLnTx/>
                <a:uFillTx/>
                <a:latin typeface="Arial" panose="020B0604020202020204"/>
                <a:ea typeface="Microsoft YaHei" panose="020B0503020204020204" pitchFamily="34" charset="-122"/>
                <a:cs typeface="+mn-ea"/>
              </a:rPr>
              <a:t>PART</a:t>
            </a:r>
            <a:endParaRPr kumimoji="0" lang="zh-CN" altLang="en-US" sz="4000" b="0" i="0" u="none" strike="noStrike" kern="1200" cap="none" spc="0" normalizeH="0" baseline="0" dirty="0">
              <a:ln>
                <a:noFill/>
              </a:ln>
              <a:solidFill>
                <a:prstClr val="white"/>
              </a:solidFill>
              <a:effectLst/>
              <a:uLnTx/>
              <a:uFillTx/>
              <a:latin typeface="Arial" panose="020B0604020202020204"/>
              <a:ea typeface="Microsoft YaHei"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结尾">
    <p:spTree>
      <p:nvGrpSpPr>
        <p:cNvPr id="1" name=""/>
        <p:cNvGrpSpPr/>
        <p:nvPr/>
      </p:nvGrpSpPr>
      <p:grpSpPr>
        <a:xfrm>
          <a:off x="0" y="0"/>
          <a:ext cx="0" cy="0"/>
          <a:chOff x="0" y="0"/>
          <a:chExt cx="0" cy="0"/>
        </a:xfrm>
      </p:grpSpPr>
      <p:sp>
        <p:nvSpPr>
          <p:cNvPr id="66" name="矩形 65"/>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Microsoft YaHei" panose="020B0503020204020204" pitchFamily="34" charset="-122"/>
              <a:cs typeface="+mn-ea"/>
              <a:sym typeface="+mn-lt"/>
            </a:endParaRPr>
          </a:p>
        </p:txBody>
      </p:sp>
      <p:sp>
        <p:nvSpPr>
          <p:cNvPr id="63" name="椭圆 62"/>
          <p:cNvSpPr/>
          <p:nvPr/>
        </p:nvSpPr>
        <p:spPr>
          <a:xfrm>
            <a:off x="5197121" y="624817"/>
            <a:ext cx="1826782" cy="182678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Microsoft YaHei" panose="020B0503020204020204" pitchFamily="34" charset="-122"/>
              <a:cs typeface="+mn-ea"/>
              <a:sym typeface="+mn-lt"/>
            </a:endParaRPr>
          </a:p>
        </p:txBody>
      </p:sp>
      <p:grpSp>
        <p:nvGrpSpPr>
          <p:cNvPr id="64" name="组合 63"/>
          <p:cNvGrpSpPr/>
          <p:nvPr/>
        </p:nvGrpSpPr>
        <p:grpSpPr>
          <a:xfrm>
            <a:off x="5317814" y="741574"/>
            <a:ext cx="1614432" cy="1610666"/>
            <a:chOff x="2105799" y="20055838"/>
            <a:chExt cx="6748090" cy="6732363"/>
          </a:xfrm>
          <a:solidFill>
            <a:schemeClr val="accent1"/>
          </a:solidFill>
        </p:grpSpPr>
        <p:sp>
          <p:nvSpPr>
            <p:cNvPr id="6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67"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68"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69"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71"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129"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130"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131"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132"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133"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134"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135"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136"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137"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138"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139"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140"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141"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142"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143"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144"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145"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sp>
          <p:nvSpPr>
            <p:cNvPr id="146"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ea"/>
                <a:sym typeface="+mn-lt"/>
              </a:endParaRPr>
            </a:p>
          </p:txBody>
        </p:sp>
      </p:grpSp>
      <p:sp>
        <p:nvSpPr>
          <p:cNvPr id="147" name="标题 1"/>
          <p:cNvSpPr>
            <a:spLocks noGrp="1"/>
          </p:cNvSpPr>
          <p:nvPr userDrawn="1">
            <p:ph type="ctrTitle" hasCustomPrompt="1"/>
          </p:nvPr>
        </p:nvSpPr>
        <p:spPr>
          <a:xfrm>
            <a:off x="1615440" y="2929530"/>
            <a:ext cx="8961120" cy="1213643"/>
          </a:xfrm>
        </p:spPr>
        <p:txBody>
          <a:bodyPr anchor="ctr">
            <a:noAutofit/>
          </a:bodyPr>
          <a:lstStyle>
            <a:lvl1pPr algn="ctr">
              <a:defRPr kumimoji="0" lang="zh-CN" altLang="en-US" sz="6000" b="1" i="0" u="none" strike="noStrike" kern="1200" cap="none" spc="400" normalizeH="0" baseline="0" dirty="0">
                <a:ln>
                  <a:noFill/>
                </a:ln>
                <a:solidFill>
                  <a:prstClr val="white"/>
                </a:solidFill>
                <a:effectLst/>
                <a:uLnTx/>
                <a:uFillTx/>
                <a:latin typeface="Arial" panose="020B0604020202020204"/>
                <a:ea typeface="Microsoft YaHei" panose="020B0503020204020204" pitchFamily="34" charset="-122"/>
                <a:cs typeface="+mn-ea"/>
              </a:defRPr>
            </a:lvl1pPr>
          </a:lstStyle>
          <a:p>
            <a:pPr marL="0" marR="0" lvl="0" indent="0" algn="ctr" defTabSz="914400" rtl="0" eaLnBrk="1" fontAlgn="auto" latinLnBrk="0" hangingPunct="1">
              <a:lnSpc>
                <a:spcPct val="110000"/>
              </a:lnSpc>
              <a:spcBef>
                <a:spcPts val="0"/>
              </a:spcBef>
              <a:spcAft>
                <a:spcPts val="0"/>
              </a:spcAft>
              <a:buClrTx/>
              <a:buSzTx/>
              <a:buFontTx/>
              <a:buNone/>
              <a:defRPr/>
            </a:pPr>
            <a:r>
              <a:rPr lang="zh-CN" altLang="en-US" dirty="0"/>
              <a:t>单击此处编辑结束语</a:t>
            </a:r>
            <a:endParaRPr lang="zh-CN" altLang="en-US" dirty="0"/>
          </a:p>
        </p:txBody>
      </p:sp>
      <p:sp>
        <p:nvSpPr>
          <p:cNvPr id="148" name="副标题 2"/>
          <p:cNvSpPr>
            <a:spLocks noGrp="1"/>
          </p:cNvSpPr>
          <p:nvPr userDrawn="1">
            <p:ph type="subTitle" idx="1" hasCustomPrompt="1"/>
          </p:nvPr>
        </p:nvSpPr>
        <p:spPr>
          <a:xfrm>
            <a:off x="3105150" y="5630308"/>
            <a:ext cx="5981700" cy="360071"/>
          </a:xfrm>
        </p:spPr>
        <p:txBody>
          <a:bodyPr>
            <a:normAutofit/>
          </a:bodyPr>
          <a:lstStyle>
            <a:lvl1pPr marL="0" indent="0" algn="ctr">
              <a:buNone/>
              <a:defRPr lang="zh-CN" altLang="en-US" sz="1800" kern="1200" dirty="0">
                <a:solidFill>
                  <a:prstClr val="black">
                    <a:lumMod val="75000"/>
                    <a:lumOff val="25000"/>
                  </a:prstClr>
                </a:solidFill>
                <a:latin typeface="Arial" panose="020B0604020202020204"/>
                <a:ea typeface="Microsoft YaHei" panose="020B0503020204020204" pitchFamily="34" charset="-122"/>
                <a:cs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单击此处编辑作者信息</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内容页-标题">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Microsoft YaHei"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2" name="灯片编号占位符 8"/>
          <p:cNvSpPr>
            <a:spLocks noGrp="1"/>
          </p:cNvSpPr>
          <p:nvPr>
            <p:ph type="sldNum" sz="quarter" idx="4"/>
          </p:nvPr>
        </p:nvSpPr>
        <p:spPr>
          <a:xfrm>
            <a:off x="11022668" y="6441983"/>
            <a:ext cx="931113" cy="292196"/>
          </a:xfrm>
          <a:prstGeom prst="rect">
            <a:avLst/>
          </a:prstGeom>
        </p:spPr>
        <p:txBody>
          <a:bodyPr vert="horz" lIns="91440" tIns="45720" rIns="91440" bIns="45720" rtlCol="0" anchor="ctr"/>
          <a:lstStyle>
            <a:lvl1pPr algn="r">
              <a:defRPr sz="1600" b="1">
                <a:solidFill>
                  <a:srgbClr val="C00000"/>
                </a:solidFill>
              </a:defRPr>
            </a:lvl1pPr>
          </a:lstStyle>
          <a:p>
            <a:r>
              <a:rPr lang="en-US" altLang="zh-CN"/>
              <a:t> </a:t>
            </a:r>
            <a:fld id="{A548B57D-AE10-4CF7-A9DF-59FEFA91B28E}" type="slidenum">
              <a:rPr lang="zh-CN" altLang="en-US" smtClean="0"/>
            </a:fld>
            <a:r>
              <a:rPr lang="zh-CN" altLang="en-US"/>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内容页-标题&amp;副标题">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Microsoft YaHei" panose="020B0503020204020204" pitchFamily="34" charset="-122"/>
                <a:cs typeface="+mn-ea"/>
              </a:defRPr>
            </a:lvl1pPr>
          </a:lstStyle>
          <a:p>
            <a:r>
              <a:rPr lang="en-US" altLang="zh-CN" dirty="0"/>
              <a:t>X.X  </a:t>
            </a:r>
            <a:r>
              <a:rPr lang="zh-CN" altLang="en-US" dirty="0"/>
              <a:t>单击此处输入标题</a:t>
            </a:r>
            <a:endParaRPr lang="zh-CN" altLang="en-US" dirty="0"/>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endParaRPr lang="zh-CN" altLang="en-US" dirty="0"/>
          </a:p>
        </p:txBody>
      </p:sp>
      <p:sp>
        <p:nvSpPr>
          <p:cNvPr id="64" name="灯片编号占位符 8"/>
          <p:cNvSpPr>
            <a:spLocks noGrp="1"/>
          </p:cNvSpPr>
          <p:nvPr>
            <p:ph type="sldNum" sz="quarter" idx="4"/>
          </p:nvPr>
        </p:nvSpPr>
        <p:spPr>
          <a:xfrm>
            <a:off x="11022668" y="6441983"/>
            <a:ext cx="931113" cy="292196"/>
          </a:xfrm>
          <a:prstGeom prst="rect">
            <a:avLst/>
          </a:prstGeom>
        </p:spPr>
        <p:txBody>
          <a:bodyPr vert="horz" lIns="91440" tIns="45720" rIns="91440" bIns="45720" rtlCol="0" anchor="ctr"/>
          <a:lstStyle>
            <a:lvl1pPr algn="r">
              <a:defRPr sz="1600" b="1">
                <a:solidFill>
                  <a:srgbClr val="C00000"/>
                </a:solidFill>
              </a:defRPr>
            </a:lvl1pPr>
          </a:lstStyle>
          <a:p>
            <a:r>
              <a:rPr lang="en-US" altLang="zh-CN"/>
              <a:t> </a:t>
            </a:r>
            <a:fld id="{A548B57D-AE10-4CF7-A9DF-59FEFA91B28E}" type="slidenum">
              <a:rPr lang="zh-CN" altLang="en-US" smtClean="0"/>
            </a:fld>
            <a:r>
              <a:rPr lang="zh-CN" altLang="en-US"/>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内容页-上下横线">
    <p:spTree>
      <p:nvGrpSpPr>
        <p:cNvPr id="1" name=""/>
        <p:cNvGrpSpPr/>
        <p:nvPr/>
      </p:nvGrpSpPr>
      <p:grpSpPr>
        <a:xfrm>
          <a:off x="0" y="0"/>
          <a:ext cx="0" cy="0"/>
          <a:chOff x="0" y="0"/>
          <a:chExt cx="0" cy="0"/>
        </a:xfrm>
      </p:grpSpPr>
      <p:grpSp>
        <p:nvGrpSpPr>
          <p:cNvPr id="3" name="组合 2"/>
          <p:cNvGrpSpPr/>
          <p:nvPr userDrawn="1"/>
        </p:nvGrpSpPr>
        <p:grpSpPr>
          <a:xfrm>
            <a:off x="10177780" y="329882"/>
            <a:ext cx="1512002" cy="444892"/>
            <a:chOff x="9556201" y="498129"/>
            <a:chExt cx="1993881" cy="586680"/>
          </a:xfrm>
        </p:grpSpPr>
        <p:grpSp>
          <p:nvGrpSpPr>
            <p:cNvPr id="66" name="组合 65"/>
            <p:cNvGrpSpPr/>
            <p:nvPr userDrawn="1"/>
          </p:nvGrpSpPr>
          <p:grpSpPr>
            <a:xfrm>
              <a:off x="10239376" y="968937"/>
              <a:ext cx="1307697" cy="96254"/>
              <a:chOff x="4616246" y="3878362"/>
              <a:chExt cx="5571416" cy="410087"/>
            </a:xfrm>
            <a:solidFill>
              <a:schemeClr val="tx1">
                <a:alpha val="80000"/>
              </a:schemeClr>
            </a:solidFill>
          </p:grpSpPr>
          <p:sp>
            <p:nvSpPr>
              <p:cNvPr id="68"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69"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70"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72"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73"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74"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75"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76"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77"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78"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79"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80"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81"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82"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83"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84"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85" name="组合 84"/>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87"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88"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89"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90"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91"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92"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93"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94"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95"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96"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97"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98" name="组合 97"/>
            <p:cNvGrpSpPr/>
            <p:nvPr userDrawn="1"/>
          </p:nvGrpSpPr>
          <p:grpSpPr>
            <a:xfrm>
              <a:off x="9556201" y="498129"/>
              <a:ext cx="588050" cy="586680"/>
              <a:chOff x="2105799" y="20055838"/>
              <a:chExt cx="6748090" cy="6732363"/>
            </a:xfrm>
            <a:solidFill>
              <a:schemeClr val="accent1">
                <a:alpha val="80000"/>
              </a:schemeClr>
            </a:solidFill>
          </p:grpSpPr>
          <p:sp>
            <p:nvSpPr>
              <p:cNvPr id="99"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00"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01"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02"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03"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04"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05"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06"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07"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08"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09"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10"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11"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12"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13"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14"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15"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16"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17"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18"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19"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0"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1"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grpSp>
      </p:grpSp>
      <p:cxnSp>
        <p:nvCxnSpPr>
          <p:cNvPr id="122" name="直接连接符 121"/>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userDrawn="1"/>
        </p:nvCxnSpPr>
        <p:spPr>
          <a:xfrm>
            <a:off x="745067" y="868363"/>
            <a:ext cx="11008783"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4"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Microsoft YaHei" panose="020B0503020204020204" pitchFamily="34" charset="-122"/>
                <a:cs typeface="+mn-ea"/>
              </a:defRPr>
            </a:lvl1pPr>
          </a:lstStyle>
          <a:p>
            <a:r>
              <a:rPr lang="en-US" altLang="zh-CN" dirty="0"/>
              <a:t>X.X  </a:t>
            </a:r>
            <a:r>
              <a:rPr lang="zh-CN" altLang="en-US" dirty="0"/>
              <a:t>单击此处输入标题</a:t>
            </a:r>
            <a:endParaRPr lang="zh-CN" altLang="en-US" dirty="0"/>
          </a:p>
        </p:txBody>
      </p:sp>
      <p:sp>
        <p:nvSpPr>
          <p:cNvPr id="62" name="灯片编号占位符 8"/>
          <p:cNvSpPr>
            <a:spLocks noGrp="1"/>
          </p:cNvSpPr>
          <p:nvPr>
            <p:ph type="sldNum" sz="quarter" idx="4"/>
          </p:nvPr>
        </p:nvSpPr>
        <p:spPr>
          <a:xfrm>
            <a:off x="11022668" y="6441983"/>
            <a:ext cx="931113" cy="292196"/>
          </a:xfrm>
          <a:prstGeom prst="rect">
            <a:avLst/>
          </a:prstGeom>
        </p:spPr>
        <p:txBody>
          <a:bodyPr vert="horz" lIns="91440" tIns="45720" rIns="91440" bIns="45720" rtlCol="0" anchor="ctr"/>
          <a:lstStyle>
            <a:lvl1pPr algn="r">
              <a:defRPr sz="1600" b="1">
                <a:solidFill>
                  <a:srgbClr val="C00000"/>
                </a:solidFill>
              </a:defRPr>
            </a:lvl1pPr>
          </a:lstStyle>
          <a:p>
            <a:r>
              <a:rPr lang="en-US" altLang="zh-CN"/>
              <a:t> </a:t>
            </a:r>
            <a:fld id="{A548B57D-AE10-4CF7-A9DF-59FEFA91B28E}" type="slidenum">
              <a:rPr lang="zh-CN" altLang="en-US" smtClean="0"/>
            </a:fld>
            <a:r>
              <a:rPr lang="zh-CN" altLang="en-US"/>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内容页-上短下长">
    <p:spTree>
      <p:nvGrpSpPr>
        <p:cNvPr id="1" name=""/>
        <p:cNvGrpSpPr/>
        <p:nvPr/>
      </p:nvGrpSpPr>
      <p:grpSpPr>
        <a:xfrm>
          <a:off x="0" y="0"/>
          <a:ext cx="0" cy="0"/>
          <a:chOff x="0" y="0"/>
          <a:chExt cx="0" cy="0"/>
        </a:xfrm>
      </p:grpSpPr>
      <p:grpSp>
        <p:nvGrpSpPr>
          <p:cNvPr id="63" name="组合 62"/>
          <p:cNvGrpSpPr/>
          <p:nvPr userDrawn="1"/>
        </p:nvGrpSpPr>
        <p:grpSpPr>
          <a:xfrm>
            <a:off x="528706" y="867990"/>
            <a:ext cx="2433027" cy="0"/>
            <a:chOff x="7460343" y="1311756"/>
            <a:chExt cx="2433027" cy="0"/>
          </a:xfrm>
        </p:grpSpPr>
        <p:cxnSp>
          <p:nvCxnSpPr>
            <p:cNvPr id="64" name="直接连接符 63"/>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3" name="组合 2"/>
          <p:cNvGrpSpPr/>
          <p:nvPr userDrawn="1"/>
        </p:nvGrpSpPr>
        <p:grpSpPr>
          <a:xfrm>
            <a:off x="10177780" y="329882"/>
            <a:ext cx="1512002" cy="444892"/>
            <a:chOff x="9556201" y="498129"/>
            <a:chExt cx="1993881" cy="586680"/>
          </a:xfrm>
        </p:grpSpPr>
        <p:grpSp>
          <p:nvGrpSpPr>
            <p:cNvPr id="66" name="组合 65"/>
            <p:cNvGrpSpPr/>
            <p:nvPr userDrawn="1"/>
          </p:nvGrpSpPr>
          <p:grpSpPr>
            <a:xfrm>
              <a:off x="10239376" y="968937"/>
              <a:ext cx="1307697" cy="96254"/>
              <a:chOff x="4616246" y="3878362"/>
              <a:chExt cx="5571416" cy="410087"/>
            </a:xfrm>
            <a:solidFill>
              <a:schemeClr val="tx1">
                <a:alpha val="80000"/>
              </a:schemeClr>
            </a:solidFill>
          </p:grpSpPr>
          <p:sp>
            <p:nvSpPr>
              <p:cNvPr id="68"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69"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70"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72"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73"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74"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75"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76"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77"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78"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79"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80"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81"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82"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83"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84"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85" name="组合 84"/>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87"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88"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89"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90"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91"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92"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93"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94"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95"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96"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97"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98" name="组合 97"/>
            <p:cNvGrpSpPr/>
            <p:nvPr userDrawn="1"/>
          </p:nvGrpSpPr>
          <p:grpSpPr>
            <a:xfrm>
              <a:off x="9556201" y="498129"/>
              <a:ext cx="588050" cy="586680"/>
              <a:chOff x="2105799" y="20055838"/>
              <a:chExt cx="6748090" cy="6732363"/>
            </a:xfrm>
            <a:solidFill>
              <a:schemeClr val="accent1">
                <a:alpha val="80000"/>
              </a:schemeClr>
            </a:solidFill>
          </p:grpSpPr>
          <p:sp>
            <p:nvSpPr>
              <p:cNvPr id="99"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00"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01"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02"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03"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04"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05"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06"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07"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08"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09"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10"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11"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12"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13"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14"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15"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16"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17"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18"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19"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0"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1"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grpSp>
      </p:grpSp>
      <p:cxnSp>
        <p:nvCxnSpPr>
          <p:cNvPr id="122" name="直接连接符 121"/>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5"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Microsoft YaHei" panose="020B0503020204020204" pitchFamily="34" charset="-122"/>
                <a:cs typeface="+mn-ea"/>
              </a:defRPr>
            </a:lvl1pPr>
          </a:lstStyle>
          <a:p>
            <a:r>
              <a:rPr lang="en-US" altLang="zh-CN" dirty="0"/>
              <a:t>X.X  </a:t>
            </a:r>
            <a:r>
              <a:rPr lang="zh-CN" altLang="en-US" dirty="0"/>
              <a:t>单击此处输入标题</a:t>
            </a:r>
            <a:endParaRPr lang="zh-CN" altLang="en-US" dirty="0"/>
          </a:p>
        </p:txBody>
      </p:sp>
      <p:sp>
        <p:nvSpPr>
          <p:cNvPr id="67" name="灯片编号占位符 8"/>
          <p:cNvSpPr>
            <a:spLocks noGrp="1"/>
          </p:cNvSpPr>
          <p:nvPr>
            <p:ph type="sldNum" sz="quarter" idx="4"/>
          </p:nvPr>
        </p:nvSpPr>
        <p:spPr>
          <a:xfrm>
            <a:off x="11022668" y="6441983"/>
            <a:ext cx="931113" cy="292196"/>
          </a:xfrm>
          <a:prstGeom prst="rect">
            <a:avLst/>
          </a:prstGeom>
        </p:spPr>
        <p:txBody>
          <a:bodyPr vert="horz" lIns="91440" tIns="45720" rIns="91440" bIns="45720" rtlCol="0" anchor="ctr"/>
          <a:lstStyle>
            <a:lvl1pPr algn="r">
              <a:defRPr sz="1600" b="1">
                <a:solidFill>
                  <a:srgbClr val="C00000"/>
                </a:solidFill>
              </a:defRPr>
            </a:lvl1pPr>
          </a:lstStyle>
          <a:p>
            <a:r>
              <a:rPr lang="en-US" altLang="zh-CN"/>
              <a:t> </a:t>
            </a:r>
            <a:fld id="{A548B57D-AE10-4CF7-A9DF-59FEFA91B28E}" type="slidenum">
              <a:rPr lang="zh-CN" altLang="en-US" smtClean="0"/>
            </a:fld>
            <a:r>
              <a:rPr lang="zh-CN" altLang="en-US"/>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内容页-仅logo">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grpSp>
      </p:grpSp>
      <p:sp>
        <p:nvSpPr>
          <p:cNvPr id="58" name="灯片编号占位符 8"/>
          <p:cNvSpPr>
            <a:spLocks noGrp="1"/>
          </p:cNvSpPr>
          <p:nvPr>
            <p:ph type="sldNum" sz="quarter" idx="4"/>
          </p:nvPr>
        </p:nvSpPr>
        <p:spPr>
          <a:xfrm>
            <a:off x="11022668" y="6441983"/>
            <a:ext cx="931113" cy="292196"/>
          </a:xfrm>
          <a:prstGeom prst="rect">
            <a:avLst/>
          </a:prstGeom>
        </p:spPr>
        <p:txBody>
          <a:bodyPr vert="horz" lIns="91440" tIns="45720" rIns="91440" bIns="45720" rtlCol="0" anchor="ctr"/>
          <a:lstStyle>
            <a:lvl1pPr algn="r">
              <a:defRPr sz="1600" b="1">
                <a:solidFill>
                  <a:srgbClr val="C00000"/>
                </a:solidFill>
              </a:defRPr>
            </a:lvl1pPr>
          </a:lstStyle>
          <a:p>
            <a:r>
              <a:rPr lang="en-US" altLang="zh-CN"/>
              <a:t> </a:t>
            </a:r>
            <a:fld id="{A548B57D-AE10-4CF7-A9DF-59FEFA91B28E}" type="slidenum">
              <a:rPr lang="zh-CN" altLang="en-US" smtClean="0"/>
            </a:fld>
            <a:r>
              <a:rPr lang="zh-CN" altLang="en-US"/>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cSld name="全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图片占位1">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Microsoft YaHei" panose="020B0503020204020204" pitchFamily="34" charset="-122"/>
                <a:cs typeface="+mn-ea"/>
              </a:defRPr>
            </a:lvl1pPr>
          </a:lstStyle>
          <a:p>
            <a:r>
              <a:rPr lang="en-US" altLang="zh-CN" dirty="0"/>
              <a:t>X.X  </a:t>
            </a:r>
            <a:r>
              <a:rPr lang="zh-CN" altLang="en-US" dirty="0"/>
              <a:t>单击此处输入标题</a:t>
            </a:r>
            <a:endParaRPr lang="zh-CN" altLang="en-US" dirty="0"/>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endParaRPr lang="zh-CN" altLang="en-US" dirty="0"/>
          </a:p>
        </p:txBody>
      </p:sp>
      <p:sp>
        <p:nvSpPr>
          <p:cNvPr id="2" name="图片占位符 1"/>
          <p:cNvSpPr>
            <a:spLocks noGrp="1"/>
          </p:cNvSpPr>
          <p:nvPr>
            <p:ph type="pic" sz="quarter" idx="11" hasCustomPrompt="1"/>
          </p:nvPr>
        </p:nvSpPr>
        <p:spPr>
          <a:xfrm>
            <a:off x="0" y="1432906"/>
            <a:ext cx="12192000" cy="2762250"/>
          </a:xfrm>
          <a:prstGeom prst="rect">
            <a:avLst/>
          </a:prstGeom>
        </p:spPr>
        <p:txBody>
          <a:bodyPr vert="horz" lIns="91440" tIns="45720" rIns="91440" bIns="45720" rtlCol="0" anchor="ctr">
            <a:normAutofit/>
          </a:bodyPr>
          <a:lstStyle>
            <a:lvl1pPr marL="0" indent="0">
              <a:buNone/>
              <a:defRPr lang="zh-CN" altLang="en-US"/>
            </a:lvl1pPr>
          </a:lstStyle>
          <a:p>
            <a:pPr lvl="0" algn="ctr"/>
            <a:r>
              <a:rPr lang="zh-CN" altLang="en-US" dirty="0"/>
              <a:t>单击此处修改图片</a:t>
            </a:r>
            <a:endParaRPr lang="zh-CN" altLang="en-US" dirty="0"/>
          </a:p>
        </p:txBody>
      </p:sp>
      <p:sp>
        <p:nvSpPr>
          <p:cNvPr id="64" name="灯片编号占位符 8"/>
          <p:cNvSpPr>
            <a:spLocks noGrp="1"/>
          </p:cNvSpPr>
          <p:nvPr>
            <p:ph type="sldNum" sz="quarter" idx="4"/>
          </p:nvPr>
        </p:nvSpPr>
        <p:spPr>
          <a:xfrm>
            <a:off x="11022668" y="6441983"/>
            <a:ext cx="931113" cy="292196"/>
          </a:xfrm>
          <a:prstGeom prst="rect">
            <a:avLst/>
          </a:prstGeom>
        </p:spPr>
        <p:txBody>
          <a:bodyPr vert="horz" lIns="91440" tIns="45720" rIns="91440" bIns="45720" rtlCol="0" anchor="ctr"/>
          <a:lstStyle>
            <a:lvl1pPr algn="r">
              <a:defRPr sz="1600" b="1">
                <a:solidFill>
                  <a:srgbClr val="C00000"/>
                </a:solidFill>
              </a:defRPr>
            </a:lvl1pPr>
          </a:lstStyle>
          <a:p>
            <a:r>
              <a:rPr lang="en-US" altLang="zh-CN"/>
              <a:t> </a:t>
            </a:r>
            <a:fld id="{A548B57D-AE10-4CF7-A9DF-59FEFA91B28E}" type="slidenum">
              <a:rPr lang="zh-CN" altLang="en-US" smtClean="0"/>
            </a:fld>
            <a:r>
              <a:rPr lang="zh-CN" altLang="en-US"/>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图片占位2">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Microsoft YaHei"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 name="图片占位符 1"/>
          <p:cNvSpPr>
            <a:spLocks noGrp="1"/>
          </p:cNvSpPr>
          <p:nvPr>
            <p:ph type="pic" idx="10" hasCustomPrompt="1"/>
          </p:nvPr>
        </p:nvSpPr>
        <p:spPr>
          <a:xfrm>
            <a:off x="0" y="1196753"/>
            <a:ext cx="12192000" cy="3121152"/>
          </a:xfrm>
        </p:spPr>
        <p:txBody>
          <a:bodyPr anchor="ctr"/>
          <a:lstStyle>
            <a:lvl1pPr algn="ctr">
              <a:defRPr/>
            </a:lvl1pPr>
          </a:lstStyle>
          <a:p>
            <a:r>
              <a:rPr lang="zh-CN" altLang="en-US" dirty="0"/>
              <a:t>单击此处修改图片</a:t>
            </a:r>
            <a:endParaRPr lang="zh-CN" altLang="en-US" dirty="0"/>
          </a:p>
        </p:txBody>
      </p:sp>
      <p:sp>
        <p:nvSpPr>
          <p:cNvPr id="63" name="灯片编号占位符 8"/>
          <p:cNvSpPr>
            <a:spLocks noGrp="1"/>
          </p:cNvSpPr>
          <p:nvPr>
            <p:ph type="sldNum" sz="quarter" idx="4"/>
          </p:nvPr>
        </p:nvSpPr>
        <p:spPr>
          <a:xfrm>
            <a:off x="11022668" y="6441983"/>
            <a:ext cx="931113" cy="292196"/>
          </a:xfrm>
          <a:prstGeom prst="rect">
            <a:avLst/>
          </a:prstGeom>
        </p:spPr>
        <p:txBody>
          <a:bodyPr vert="horz" lIns="91440" tIns="45720" rIns="91440" bIns="45720" rtlCol="0" anchor="ctr"/>
          <a:lstStyle>
            <a:lvl1pPr algn="r">
              <a:defRPr sz="1600" b="1">
                <a:solidFill>
                  <a:srgbClr val="C00000"/>
                </a:solidFill>
              </a:defRPr>
            </a:lvl1pPr>
          </a:lstStyle>
          <a:p>
            <a:r>
              <a:rPr lang="en-US" altLang="zh-CN"/>
              <a:t> </a:t>
            </a:r>
            <a:fld id="{A548B57D-AE10-4CF7-A9DF-59FEFA91B28E}" type="slidenum">
              <a:rPr lang="zh-CN" altLang="en-US" smtClean="0"/>
            </a:fld>
            <a:r>
              <a:rPr lang="zh-CN" altLang="en-US"/>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图片占位3">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Microsoft YaHei" panose="020B0503020204020204" pitchFamily="34" charset="-122"/>
                <a:cs typeface="+mn-ea"/>
              </a:defRPr>
            </a:lvl1pPr>
          </a:lstStyle>
          <a:p>
            <a:r>
              <a:rPr lang="en-US" altLang="zh-CN" dirty="0"/>
              <a:t>X.X  </a:t>
            </a:r>
            <a:r>
              <a:rPr lang="zh-CN" altLang="en-US" dirty="0"/>
              <a:t>单击此处输入标题</a:t>
            </a:r>
            <a:endParaRPr lang="zh-CN" altLang="en-US" dirty="0"/>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endParaRPr lang="zh-CN" altLang="en-US" dirty="0"/>
          </a:p>
        </p:txBody>
      </p:sp>
      <p:sp>
        <p:nvSpPr>
          <p:cNvPr id="66" name="图片占位符 65"/>
          <p:cNvSpPr>
            <a:spLocks noGrp="1"/>
          </p:cNvSpPr>
          <p:nvPr>
            <p:ph type="pic" sz="quarter" idx="11" hasCustomPrompt="1"/>
          </p:nvPr>
        </p:nvSpPr>
        <p:spPr>
          <a:xfrm>
            <a:off x="4452445" y="1999139"/>
            <a:ext cx="3287111" cy="3287111"/>
          </a:xfrm>
          <a:custGeom>
            <a:avLst/>
            <a:gdLst>
              <a:gd name="connsiteX0" fmla="*/ 1643556 w 3287111"/>
              <a:gd name="connsiteY0" fmla="*/ 0 h 3287111"/>
              <a:gd name="connsiteX1" fmla="*/ 3278627 w 3287111"/>
              <a:gd name="connsiteY1" fmla="*/ 1475512 h 3287111"/>
              <a:gd name="connsiteX2" fmla="*/ 3287111 w 3287111"/>
              <a:gd name="connsiteY2" fmla="*/ 1643536 h 3287111"/>
              <a:gd name="connsiteX3" fmla="*/ 3287111 w 3287111"/>
              <a:gd name="connsiteY3" fmla="*/ 1643576 h 3287111"/>
              <a:gd name="connsiteX4" fmla="*/ 3278627 w 3287111"/>
              <a:gd name="connsiteY4" fmla="*/ 1811600 h 3287111"/>
              <a:gd name="connsiteX5" fmla="*/ 1811600 w 3287111"/>
              <a:gd name="connsiteY5" fmla="*/ 3278627 h 3287111"/>
              <a:gd name="connsiteX6" fmla="*/ 1643576 w 3287111"/>
              <a:gd name="connsiteY6" fmla="*/ 3287111 h 3287111"/>
              <a:gd name="connsiteX7" fmla="*/ 1643537 w 3287111"/>
              <a:gd name="connsiteY7" fmla="*/ 3287111 h 3287111"/>
              <a:gd name="connsiteX8" fmla="*/ 1475512 w 3287111"/>
              <a:gd name="connsiteY8" fmla="*/ 3278627 h 3287111"/>
              <a:gd name="connsiteX9" fmla="*/ 0 w 3287111"/>
              <a:gd name="connsiteY9" fmla="*/ 1643556 h 3287111"/>
              <a:gd name="connsiteX10" fmla="*/ 1643556 w 3287111"/>
              <a:gd name="connsiteY10" fmla="*/ 0 h 328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87111" h="3287111">
                <a:moveTo>
                  <a:pt x="1643556" y="0"/>
                </a:moveTo>
                <a:cubicBezTo>
                  <a:pt x="2494535" y="0"/>
                  <a:pt x="3194460" y="646739"/>
                  <a:pt x="3278627" y="1475512"/>
                </a:cubicBezTo>
                <a:lnTo>
                  <a:pt x="3287111" y="1643536"/>
                </a:lnTo>
                <a:lnTo>
                  <a:pt x="3287111" y="1643576"/>
                </a:lnTo>
                <a:lnTo>
                  <a:pt x="3278627" y="1811600"/>
                </a:lnTo>
                <a:cubicBezTo>
                  <a:pt x="3200071" y="2585122"/>
                  <a:pt x="2585122" y="3200071"/>
                  <a:pt x="1811600" y="3278627"/>
                </a:cubicBezTo>
                <a:lnTo>
                  <a:pt x="1643576" y="3287111"/>
                </a:lnTo>
                <a:lnTo>
                  <a:pt x="1643537" y="3287111"/>
                </a:lnTo>
                <a:lnTo>
                  <a:pt x="1475512" y="3278627"/>
                </a:lnTo>
                <a:cubicBezTo>
                  <a:pt x="646739" y="3194460"/>
                  <a:pt x="0" y="2494535"/>
                  <a:pt x="0" y="1643556"/>
                </a:cubicBezTo>
                <a:cubicBezTo>
                  <a:pt x="0" y="735845"/>
                  <a:pt x="735845" y="0"/>
                  <a:pt x="1643556" y="0"/>
                </a:cubicBezTo>
                <a:close/>
              </a:path>
            </a:pathLst>
          </a:custGeom>
        </p:spPr>
        <p:txBody>
          <a:bodyPr wrap="square" anchor="ctr">
            <a:noAutofit/>
          </a:bodyPr>
          <a:lstStyle>
            <a:lvl1pPr algn="ctr">
              <a:defRPr/>
            </a:lvl1pPr>
          </a:lstStyle>
          <a:p>
            <a:r>
              <a:rPr lang="zh-CN" altLang="en-US" dirty="0"/>
              <a:t>点击此处修改图片</a:t>
            </a:r>
            <a:endParaRPr lang="zh-CN" altLang="en-US" dirty="0"/>
          </a:p>
        </p:txBody>
      </p:sp>
      <p:sp>
        <p:nvSpPr>
          <p:cNvPr id="64" name="灯片编号占位符 8"/>
          <p:cNvSpPr>
            <a:spLocks noGrp="1"/>
          </p:cNvSpPr>
          <p:nvPr>
            <p:ph type="sldNum" sz="quarter" idx="4"/>
          </p:nvPr>
        </p:nvSpPr>
        <p:spPr>
          <a:xfrm>
            <a:off x="11022668" y="6441983"/>
            <a:ext cx="931113" cy="292196"/>
          </a:xfrm>
          <a:prstGeom prst="rect">
            <a:avLst/>
          </a:prstGeom>
        </p:spPr>
        <p:txBody>
          <a:bodyPr vert="horz" lIns="91440" tIns="45720" rIns="91440" bIns="45720" rtlCol="0" anchor="ctr"/>
          <a:lstStyle>
            <a:lvl1pPr algn="r">
              <a:defRPr sz="1600" b="1">
                <a:solidFill>
                  <a:srgbClr val="C00000"/>
                </a:solidFill>
              </a:defRPr>
            </a:lvl1pPr>
          </a:lstStyle>
          <a:p>
            <a:r>
              <a:rPr lang="en-US" altLang="zh-CN"/>
              <a:t> </a:t>
            </a:r>
            <a:fld id="{A548B57D-AE10-4CF7-A9DF-59FEFA91B28E}" type="slidenum">
              <a:rPr lang="zh-CN" altLang="en-US" smtClean="0"/>
            </a:fld>
            <a:r>
              <a:rPr lang="zh-CN" altLang="en-US"/>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图片占位4">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Microsoft YaHei"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 name="图片占位符 1"/>
          <p:cNvSpPr>
            <a:spLocks noGrp="1"/>
          </p:cNvSpPr>
          <p:nvPr>
            <p:ph type="pic" idx="10" hasCustomPrompt="1"/>
          </p:nvPr>
        </p:nvSpPr>
        <p:spPr>
          <a:xfrm>
            <a:off x="1054101" y="1916642"/>
            <a:ext cx="4542217" cy="3568065"/>
          </a:xfrm>
          <a:ln>
            <a:noFill/>
          </a:ln>
          <a:effectLst>
            <a:outerShdw blurRad="190500" algn="tl" rotWithShape="0">
              <a:srgbClr val="000000">
                <a:alpha val="70000"/>
              </a:srgbClr>
            </a:outerShdw>
          </a:effectLst>
        </p:spPr>
        <p:txBody>
          <a:bodyPr anchor="ctr">
            <a:normAutofit/>
          </a:bodyPr>
          <a:lstStyle>
            <a:lvl1pPr marL="228600" indent="-228600" algn="ctr" defTabSz="914400" rtl="0" eaLnBrk="1" latinLnBrk="0" hangingPunct="1">
              <a:lnSpc>
                <a:spcPct val="90000"/>
              </a:lnSpc>
              <a:spcBef>
                <a:spcPts val="1000"/>
              </a:spcBef>
              <a:buFont typeface="Arial" panose="020B0604020202020204" pitchFamily="34" charset="0"/>
              <a:buChar char="•"/>
              <a:defRPr lang="zh-CN" altLang="en-US" sz="2800" kern="1200" dirty="0">
                <a:solidFill>
                  <a:schemeClr val="tx1"/>
                </a:solidFill>
                <a:latin typeface="+mn-ea"/>
                <a:ea typeface="+mn-ea"/>
                <a:cs typeface="+mn-cs"/>
              </a:defRPr>
            </a:lvl1pPr>
          </a:lstStyle>
          <a:p>
            <a:r>
              <a:rPr lang="zh-CN" altLang="en-US" dirty="0"/>
              <a:t>单击此处修改图片</a:t>
            </a:r>
            <a:endParaRPr lang="zh-CN" altLang="en-US" dirty="0"/>
          </a:p>
        </p:txBody>
      </p:sp>
      <p:sp>
        <p:nvSpPr>
          <p:cNvPr id="63" name="灯片编号占位符 8"/>
          <p:cNvSpPr>
            <a:spLocks noGrp="1"/>
          </p:cNvSpPr>
          <p:nvPr>
            <p:ph type="sldNum" sz="quarter" idx="4"/>
          </p:nvPr>
        </p:nvSpPr>
        <p:spPr>
          <a:xfrm>
            <a:off x="11022668" y="6441983"/>
            <a:ext cx="931113" cy="292196"/>
          </a:xfrm>
          <a:prstGeom prst="rect">
            <a:avLst/>
          </a:prstGeom>
        </p:spPr>
        <p:txBody>
          <a:bodyPr vert="horz" lIns="91440" tIns="45720" rIns="91440" bIns="45720" rtlCol="0" anchor="ctr"/>
          <a:lstStyle>
            <a:lvl1pPr algn="r">
              <a:defRPr sz="1600" b="1">
                <a:solidFill>
                  <a:srgbClr val="C00000"/>
                </a:solidFill>
              </a:defRPr>
            </a:lvl1pPr>
          </a:lstStyle>
          <a:p>
            <a:r>
              <a:rPr lang="en-US" altLang="zh-CN"/>
              <a:t> </a:t>
            </a:r>
            <a:fld id="{A548B57D-AE10-4CF7-A9DF-59FEFA91B28E}" type="slidenum">
              <a:rPr lang="zh-CN" altLang="en-US" smtClean="0"/>
            </a:fld>
            <a:r>
              <a:rPr lang="zh-CN" altLang="en-US"/>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图片占位5">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Microsoft YaHei"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 name="图片占位符 1"/>
          <p:cNvSpPr>
            <a:spLocks noGrp="1"/>
          </p:cNvSpPr>
          <p:nvPr>
            <p:ph type="pic" idx="10" hasCustomPrompt="1"/>
          </p:nvPr>
        </p:nvSpPr>
        <p:spPr>
          <a:xfrm>
            <a:off x="977935" y="1396022"/>
            <a:ext cx="1960330" cy="1957820"/>
          </a:xfrm>
        </p:spPr>
        <p:txBody>
          <a:bodyPr vert="horz" lIns="91440" tIns="45720" rIns="91440" bIns="45720" rtlCol="0" anchor="ctr">
            <a:normAutofit/>
          </a:bodyPr>
          <a:lstStyle>
            <a:lvl1pPr>
              <a:defRPr lang="zh-CN" altLang="en-US" sz="2000"/>
            </a:lvl1pPr>
          </a:lstStyle>
          <a:p>
            <a:pPr lvl="0" algn="ctr"/>
            <a:r>
              <a:rPr lang="zh-CN" altLang="en-US" dirty="0"/>
              <a:t>单击修改图片</a:t>
            </a:r>
            <a:endParaRPr lang="zh-CN" altLang="en-US" dirty="0"/>
          </a:p>
        </p:txBody>
      </p:sp>
      <p:sp>
        <p:nvSpPr>
          <p:cNvPr id="3" name="图片占位符 2"/>
          <p:cNvSpPr>
            <a:spLocks noGrp="1"/>
          </p:cNvSpPr>
          <p:nvPr>
            <p:ph type="pic" sz="quarter" idx="11" hasCustomPrompt="1"/>
          </p:nvPr>
        </p:nvSpPr>
        <p:spPr>
          <a:xfrm>
            <a:off x="3741006" y="1396022"/>
            <a:ext cx="1951941"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endParaRPr lang="zh-CN" altLang="en-US" dirty="0"/>
          </a:p>
        </p:txBody>
      </p:sp>
      <p:sp>
        <p:nvSpPr>
          <p:cNvPr id="4" name="图片占位符 3"/>
          <p:cNvSpPr>
            <a:spLocks noGrp="1"/>
          </p:cNvSpPr>
          <p:nvPr>
            <p:ph type="pic" sz="quarter" idx="12" hasCustomPrompt="1"/>
          </p:nvPr>
        </p:nvSpPr>
        <p:spPr>
          <a:xfrm>
            <a:off x="6495686" y="1396022"/>
            <a:ext cx="1957818" cy="1957818"/>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endParaRPr lang="zh-CN" altLang="en-US" dirty="0"/>
          </a:p>
        </p:txBody>
      </p:sp>
      <p:sp>
        <p:nvSpPr>
          <p:cNvPr id="5" name="图片占位符 4"/>
          <p:cNvSpPr>
            <a:spLocks noGrp="1"/>
          </p:cNvSpPr>
          <p:nvPr>
            <p:ph type="pic" sz="quarter" idx="13" hasCustomPrompt="1"/>
          </p:nvPr>
        </p:nvSpPr>
        <p:spPr>
          <a:xfrm>
            <a:off x="9256243" y="1396022"/>
            <a:ext cx="1957820"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endParaRPr lang="zh-CN" altLang="en-US" dirty="0"/>
          </a:p>
        </p:txBody>
      </p:sp>
      <p:sp>
        <p:nvSpPr>
          <p:cNvPr id="66" name="灯片编号占位符 8"/>
          <p:cNvSpPr>
            <a:spLocks noGrp="1"/>
          </p:cNvSpPr>
          <p:nvPr>
            <p:ph type="sldNum" sz="quarter" idx="4"/>
          </p:nvPr>
        </p:nvSpPr>
        <p:spPr>
          <a:xfrm>
            <a:off x="11022668" y="6441983"/>
            <a:ext cx="931113" cy="292196"/>
          </a:xfrm>
          <a:prstGeom prst="rect">
            <a:avLst/>
          </a:prstGeom>
        </p:spPr>
        <p:txBody>
          <a:bodyPr vert="horz" lIns="91440" tIns="45720" rIns="91440" bIns="45720" rtlCol="0" anchor="ctr"/>
          <a:lstStyle>
            <a:lvl1pPr algn="r">
              <a:defRPr sz="1600" b="1">
                <a:solidFill>
                  <a:srgbClr val="C00000"/>
                </a:solidFill>
              </a:defRPr>
            </a:lvl1pPr>
          </a:lstStyle>
          <a:p>
            <a:r>
              <a:rPr lang="en-US" altLang="zh-CN"/>
              <a:t> </a:t>
            </a:r>
            <a:fld id="{A548B57D-AE10-4CF7-A9DF-59FEFA91B28E}" type="slidenum">
              <a:rPr lang="zh-CN" altLang="en-US" smtClean="0"/>
            </a:fld>
            <a:r>
              <a:rPr lang="zh-CN" altLang="en-US"/>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图片占位6">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Microsoft YaHei" panose="020B0503020204020204" pitchFamily="34" charset="-122"/>
                <a:cs typeface="+mn-ea"/>
              </a:defRPr>
            </a:lvl1pPr>
          </a:lstStyle>
          <a:p>
            <a:r>
              <a:rPr lang="en-US" altLang="zh-CN" dirty="0"/>
              <a:t>X.X  </a:t>
            </a:r>
            <a:r>
              <a:rPr lang="zh-CN" altLang="en-US" dirty="0"/>
              <a:t>单击此处输入标题</a:t>
            </a:r>
            <a:endParaRPr lang="zh-CN" altLang="en-US" dirty="0"/>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endParaRPr lang="zh-CN" altLang="en-US" dirty="0"/>
          </a:p>
        </p:txBody>
      </p:sp>
      <p:sp>
        <p:nvSpPr>
          <p:cNvPr id="2" name="图片占位符 1"/>
          <p:cNvSpPr>
            <a:spLocks noGrp="1"/>
          </p:cNvSpPr>
          <p:nvPr>
            <p:ph type="pic" sz="quarter" idx="11" hasCustomPrompt="1"/>
          </p:nvPr>
        </p:nvSpPr>
        <p:spPr>
          <a:xfrm>
            <a:off x="6291124" y="1821181"/>
            <a:ext cx="3733535" cy="3733535"/>
          </a:xfrm>
          <a:prstGeom prst="rect">
            <a:avLst/>
          </a:prstGeom>
        </p:spPr>
        <p:txBody>
          <a:bodyPr vert="horz" lIns="91440" tIns="45720" rIns="91440" bIns="45720" rtlCol="0" anchor="ctr">
            <a:normAutofit/>
          </a:bodyPr>
          <a:lstStyle>
            <a:lvl1pPr>
              <a:defRPr lang="zh-CN" altLang="en-US"/>
            </a:lvl1pPr>
          </a:lstStyle>
          <a:p>
            <a:pPr lvl="0" algn="ctr"/>
            <a:r>
              <a:rPr lang="zh-CN" altLang="en-US" dirty="0"/>
              <a:t>单击此处修改图片</a:t>
            </a:r>
            <a:endParaRPr lang="zh-CN" altLang="en-US" dirty="0"/>
          </a:p>
        </p:txBody>
      </p:sp>
      <p:sp>
        <p:nvSpPr>
          <p:cNvPr id="64" name="灯片编号占位符 8"/>
          <p:cNvSpPr>
            <a:spLocks noGrp="1"/>
          </p:cNvSpPr>
          <p:nvPr>
            <p:ph type="sldNum" sz="quarter" idx="4"/>
          </p:nvPr>
        </p:nvSpPr>
        <p:spPr>
          <a:xfrm>
            <a:off x="11022668" y="6441983"/>
            <a:ext cx="931113" cy="292196"/>
          </a:xfrm>
          <a:prstGeom prst="rect">
            <a:avLst/>
          </a:prstGeom>
        </p:spPr>
        <p:txBody>
          <a:bodyPr vert="horz" lIns="91440" tIns="45720" rIns="91440" bIns="45720" rtlCol="0" anchor="ctr"/>
          <a:lstStyle>
            <a:lvl1pPr algn="r">
              <a:defRPr sz="1600" b="1">
                <a:solidFill>
                  <a:srgbClr val="C00000"/>
                </a:solidFill>
              </a:defRPr>
            </a:lvl1pPr>
          </a:lstStyle>
          <a:p>
            <a:r>
              <a:rPr lang="en-US" altLang="zh-CN"/>
              <a:t> </a:t>
            </a:r>
            <a:fld id="{A548B57D-AE10-4CF7-A9DF-59FEFA91B28E}" type="slidenum">
              <a:rPr lang="zh-CN" altLang="en-US" smtClean="0"/>
            </a:fld>
            <a:r>
              <a:rPr lang="zh-CN" altLang="en-US"/>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图片占位7">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Microsoft YaHei"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 name="图片占位符 1"/>
          <p:cNvSpPr>
            <a:spLocks noGrp="1"/>
          </p:cNvSpPr>
          <p:nvPr>
            <p:ph type="pic" idx="10"/>
          </p:nvPr>
        </p:nvSpPr>
        <p:spPr>
          <a:xfrm>
            <a:off x="2546350" y="1186670"/>
            <a:ext cx="6170930" cy="2242330"/>
          </a:xfrm>
        </p:spPr>
        <p:txBody>
          <a:bodyPr/>
          <a:lstStyle/>
          <a:p>
            <a:endParaRPr lang="zh-CN" altLang="en-US"/>
          </a:p>
        </p:txBody>
      </p:sp>
      <p:sp>
        <p:nvSpPr>
          <p:cNvPr id="3" name="图片占位符 2"/>
          <p:cNvSpPr>
            <a:spLocks noGrp="1"/>
          </p:cNvSpPr>
          <p:nvPr>
            <p:ph type="pic" sz="quarter" idx="11"/>
          </p:nvPr>
        </p:nvSpPr>
        <p:spPr>
          <a:xfrm>
            <a:off x="2546350" y="3551651"/>
            <a:ext cx="3022600" cy="2401016"/>
          </a:xfrm>
          <a:prstGeom prst="rect">
            <a:avLst/>
          </a:prstGeom>
        </p:spPr>
        <p:txBody>
          <a:bodyPr/>
          <a:lstStyle/>
          <a:p>
            <a:endParaRPr lang="zh-CN" altLang="en-US"/>
          </a:p>
        </p:txBody>
      </p:sp>
      <p:sp>
        <p:nvSpPr>
          <p:cNvPr id="4" name="图片占位符 3"/>
          <p:cNvSpPr>
            <a:spLocks noGrp="1"/>
          </p:cNvSpPr>
          <p:nvPr>
            <p:ph type="pic" sz="quarter" idx="12"/>
          </p:nvPr>
        </p:nvSpPr>
        <p:spPr>
          <a:xfrm>
            <a:off x="5693412" y="3550560"/>
            <a:ext cx="3023869" cy="2403201"/>
          </a:xfrm>
          <a:prstGeom prst="rect">
            <a:avLst/>
          </a:prstGeom>
        </p:spPr>
        <p:txBody>
          <a:bodyPr/>
          <a:lstStyle/>
          <a:p>
            <a:endParaRPr lang="zh-CN" altLang="en-US"/>
          </a:p>
        </p:txBody>
      </p:sp>
      <p:sp>
        <p:nvSpPr>
          <p:cNvPr id="5" name="图片占位符 4"/>
          <p:cNvSpPr>
            <a:spLocks noGrp="1"/>
          </p:cNvSpPr>
          <p:nvPr>
            <p:ph type="pic" sz="quarter" idx="13"/>
          </p:nvPr>
        </p:nvSpPr>
        <p:spPr>
          <a:xfrm>
            <a:off x="8839200" y="1186670"/>
            <a:ext cx="2499360" cy="4767090"/>
          </a:xfrm>
          <a:prstGeom prst="rect">
            <a:avLst/>
          </a:prstGeom>
        </p:spPr>
        <p:txBody>
          <a:bodyPr/>
          <a:lstStyle/>
          <a:p>
            <a:endParaRPr lang="zh-CN" altLang="en-US"/>
          </a:p>
        </p:txBody>
      </p:sp>
      <p:sp>
        <p:nvSpPr>
          <p:cNvPr id="66" name="灯片编号占位符 8"/>
          <p:cNvSpPr>
            <a:spLocks noGrp="1"/>
          </p:cNvSpPr>
          <p:nvPr>
            <p:ph type="sldNum" sz="quarter" idx="4"/>
          </p:nvPr>
        </p:nvSpPr>
        <p:spPr>
          <a:xfrm>
            <a:off x="11022668" y="6441983"/>
            <a:ext cx="931113" cy="292196"/>
          </a:xfrm>
          <a:prstGeom prst="rect">
            <a:avLst/>
          </a:prstGeom>
        </p:spPr>
        <p:txBody>
          <a:bodyPr vert="horz" lIns="91440" tIns="45720" rIns="91440" bIns="45720" rtlCol="0" anchor="ctr"/>
          <a:lstStyle>
            <a:lvl1pPr algn="r">
              <a:defRPr sz="1600" b="1">
                <a:solidFill>
                  <a:srgbClr val="C00000"/>
                </a:solidFill>
              </a:defRPr>
            </a:lvl1pPr>
          </a:lstStyle>
          <a:p>
            <a:r>
              <a:rPr lang="en-US" altLang="zh-CN"/>
              <a:t> </a:t>
            </a:r>
            <a:fld id="{A548B57D-AE10-4CF7-A9DF-59FEFA91B28E}" type="slidenum">
              <a:rPr lang="zh-CN" altLang="en-US" smtClean="0"/>
            </a:fld>
            <a:r>
              <a:rPr lang="zh-CN" altLang="en-US"/>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图片占位8">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Microsoft YaHei"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Microsoft YaHei"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Microsoft YaHei"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 name="图片占位符 1"/>
          <p:cNvSpPr>
            <a:spLocks noGrp="1"/>
          </p:cNvSpPr>
          <p:nvPr>
            <p:ph type="pic" idx="10"/>
          </p:nvPr>
        </p:nvSpPr>
        <p:spPr>
          <a:xfrm>
            <a:off x="5627650" y="1131849"/>
            <a:ext cx="2386361" cy="5157440"/>
          </a:xfrm>
          <a:prstGeom prst="roundRect">
            <a:avLst>
              <a:gd name="adj" fmla="val 10149"/>
            </a:avLst>
          </a:prstGeom>
        </p:spPr>
        <p:txBody>
          <a:bodyPr anchor="ctr"/>
          <a:lstStyle/>
          <a:p>
            <a:endParaRPr lang="zh-CN" altLang="en-US"/>
          </a:p>
        </p:txBody>
      </p:sp>
      <p:sp>
        <p:nvSpPr>
          <p:cNvPr id="63" name="灯片编号占位符 8"/>
          <p:cNvSpPr>
            <a:spLocks noGrp="1"/>
          </p:cNvSpPr>
          <p:nvPr>
            <p:ph type="sldNum" sz="quarter" idx="4"/>
          </p:nvPr>
        </p:nvSpPr>
        <p:spPr>
          <a:xfrm>
            <a:off x="11022668" y="6441983"/>
            <a:ext cx="931113" cy="292196"/>
          </a:xfrm>
          <a:prstGeom prst="rect">
            <a:avLst/>
          </a:prstGeom>
        </p:spPr>
        <p:txBody>
          <a:bodyPr vert="horz" lIns="91440" tIns="45720" rIns="91440" bIns="45720" rtlCol="0" anchor="ctr"/>
          <a:lstStyle>
            <a:lvl1pPr algn="r">
              <a:defRPr sz="1600" b="1">
                <a:solidFill>
                  <a:srgbClr val="C00000"/>
                </a:solidFill>
              </a:defRPr>
            </a:lvl1pPr>
          </a:lstStyle>
          <a:p>
            <a:r>
              <a:rPr lang="en-US" altLang="zh-CN"/>
              <a:t> </a:t>
            </a:r>
            <a:fld id="{A548B57D-AE10-4CF7-A9DF-59FEFA91B28E}" type="slidenum">
              <a:rPr lang="zh-CN" altLang="en-US" smtClean="0"/>
            </a:fld>
            <a:r>
              <a:rPr lang="zh-CN" altLang="en-US"/>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3" Type="http://schemas.openxmlformats.org/officeDocument/2006/relationships/theme" Target="../theme/theme1.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1" Type="http://schemas.openxmlformats.org/officeDocument/2006/relationships/theme" Target="../theme/theme2.xml"/><Relationship Id="rId20" Type="http://schemas.openxmlformats.org/officeDocument/2006/relationships/slideLayout" Target="../slideLayouts/slideLayout42.xml"/><Relationship Id="rId2" Type="http://schemas.openxmlformats.org/officeDocument/2006/relationships/slideLayout" Target="../slideLayouts/slideLayout24.xml"/><Relationship Id="rId19" Type="http://schemas.openxmlformats.org/officeDocument/2006/relationships/slideLayout" Target="../slideLayouts/slideLayout41.xml"/><Relationship Id="rId18" Type="http://schemas.openxmlformats.org/officeDocument/2006/relationships/slideLayout" Target="../slideLayouts/slideLayout40.xml"/><Relationship Id="rId17" Type="http://schemas.openxmlformats.org/officeDocument/2006/relationships/slideLayout" Target="../slideLayouts/slideLayout39.xml"/><Relationship Id="rId16" Type="http://schemas.openxmlformats.org/officeDocument/2006/relationships/slideLayout" Target="../slideLayouts/slideLayout38.xml"/><Relationship Id="rId15" Type="http://schemas.openxmlformats.org/officeDocument/2006/relationships/slideLayout" Target="../slideLayouts/slideLayout37.xml"/><Relationship Id="rId14" Type="http://schemas.openxmlformats.org/officeDocument/2006/relationships/slideLayout" Target="../slideLayouts/slideLayout36.xml"/><Relationship Id="rId13" Type="http://schemas.openxmlformats.org/officeDocument/2006/relationships/slideLayout" Target="../slideLayouts/slideLayout35.xml"/><Relationship Id="rId12" Type="http://schemas.openxmlformats.org/officeDocument/2006/relationships/slideLayout" Target="../slideLayouts/slideLayout34.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n-ea"/>
          <a:ea typeface="+mn-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 id="2147483687" r:id="rId16"/>
    <p:sldLayoutId id="2147483688" r:id="rId17"/>
    <p:sldLayoutId id="2147483689" r:id="rId18"/>
    <p:sldLayoutId id="2147483690" r:id="rId19"/>
    <p:sldLayoutId id="2147483691" r:id="rId20"/>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n-ea"/>
          <a:ea typeface="+mn-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2.xm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 name="文本框 41"/>
          <p:cNvSpPr txBox="1"/>
          <p:nvPr/>
        </p:nvSpPr>
        <p:spPr>
          <a:xfrm>
            <a:off x="0" y="0"/>
            <a:ext cx="7898765" cy="368300"/>
          </a:xfrm>
          <a:prstGeom prst="rect">
            <a:avLst/>
          </a:prstGeom>
          <a:noFill/>
        </p:spPr>
        <p:txBody>
          <a:bodyPr wrap="square" rtlCol="0">
            <a:spAutoFit/>
          </a:bodyPr>
          <a:p>
            <a:pPr algn="l">
              <a:buClrTx/>
              <a:buSzTx/>
              <a:buFontTx/>
            </a:pPr>
            <a:r>
              <a:rPr lang="zh-CN" altLang="en-US" b="1">
                <a:latin typeface="Times New Roman" panose="02020603050405020304" pitchFamily="18" charset="0"/>
                <a:cs typeface="Times New Roman" panose="02020603050405020304" pitchFamily="18" charset="0"/>
              </a:rPr>
              <a:t>当前指标：</a:t>
            </a:r>
            <a:r>
              <a:rPr lang="en-US" altLang="zh-CN" b="1">
                <a:latin typeface="Times New Roman" panose="02020603050405020304" pitchFamily="18" charset="0"/>
                <a:cs typeface="Times New Roman" panose="02020603050405020304" pitchFamily="18" charset="0"/>
              </a:rPr>
              <a:t>16 </a:t>
            </a:r>
            <a:r>
              <a:rPr lang="zh-CN" altLang="en-US" b="1">
                <a:latin typeface="Times New Roman" panose="02020603050405020304" pitchFamily="18" charset="0"/>
                <a:cs typeface="Times New Roman" panose="02020603050405020304" pitchFamily="18" charset="0"/>
              </a:rPr>
              <a:t>个</a:t>
            </a:r>
            <a:r>
              <a:rPr lang="en-US" altLang="zh-CN" b="1">
                <a:latin typeface="Times New Roman" panose="02020603050405020304" pitchFamily="18" charset="0"/>
                <a:cs typeface="Times New Roman" panose="02020603050405020304" pitchFamily="18" charset="0"/>
              </a:rPr>
              <a:t> nuplan val</a:t>
            </a:r>
            <a:r>
              <a:rPr lang="zh-CN" altLang="en-US" b="1">
                <a:latin typeface="Times New Roman" panose="02020603050405020304" pitchFamily="18" charset="0"/>
                <a:cs typeface="Times New Roman" panose="02020603050405020304" pitchFamily="18" charset="0"/>
              </a:rPr>
              <a:t>帧，各启动</a:t>
            </a:r>
            <a:r>
              <a:rPr lang="en-US" altLang="zh-CN" b="1">
                <a:latin typeface="Times New Roman" panose="02020603050405020304" pitchFamily="18" charset="0"/>
                <a:cs typeface="Times New Roman" panose="02020603050405020304" pitchFamily="18" charset="0"/>
              </a:rPr>
              <a:t>64</a:t>
            </a:r>
            <a:r>
              <a:rPr lang="zh-CN" altLang="en-US" b="1">
                <a:latin typeface="Times New Roman" panose="02020603050405020304" pitchFamily="18" charset="0"/>
                <a:cs typeface="Times New Roman" panose="02020603050405020304" pitchFamily="18" charset="0"/>
              </a:rPr>
              <a:t>未来帧推理，</a:t>
            </a:r>
            <a:r>
              <a:rPr lang="en-US" altLang="zh-CN" b="1">
                <a:latin typeface="Times New Roman" panose="02020603050405020304" pitchFamily="18" charset="0"/>
                <a:cs typeface="Times New Roman" panose="02020603050405020304" pitchFamily="18" charset="0"/>
              </a:rPr>
              <a:t>512x512</a:t>
            </a:r>
            <a:endParaRPr lang="en-US" altLang="zh-CN" b="1">
              <a:latin typeface="Times New Roman" panose="02020603050405020304" pitchFamily="18" charset="0"/>
              <a:cs typeface="Times New Roman" panose="02020603050405020304" pitchFamily="18" charset="0"/>
            </a:endParaRPr>
          </a:p>
        </p:txBody>
      </p:sp>
      <p:pic>
        <p:nvPicPr>
          <p:cNvPr id="2" name="图片 1"/>
          <p:cNvPicPr>
            <a:picLocks noChangeAspect="1"/>
          </p:cNvPicPr>
          <p:nvPr/>
        </p:nvPicPr>
        <p:blipFill>
          <a:blip r:embed="rId1"/>
          <a:stretch>
            <a:fillRect/>
          </a:stretch>
        </p:blipFill>
        <p:spPr>
          <a:xfrm>
            <a:off x="217170" y="605155"/>
            <a:ext cx="5035550" cy="993775"/>
          </a:xfrm>
          <a:prstGeom prst="rect">
            <a:avLst/>
          </a:prstGeom>
        </p:spPr>
      </p:pic>
      <p:sp>
        <p:nvSpPr>
          <p:cNvPr id="3" name="文本框 2"/>
          <p:cNvSpPr txBox="1"/>
          <p:nvPr/>
        </p:nvSpPr>
        <p:spPr>
          <a:xfrm>
            <a:off x="7467600" y="967740"/>
            <a:ext cx="4064000" cy="398780"/>
          </a:xfrm>
          <a:prstGeom prst="rect">
            <a:avLst/>
          </a:prstGeom>
          <a:noFill/>
        </p:spPr>
        <p:txBody>
          <a:bodyPr wrap="square" rtlCol="0">
            <a:spAutoFit/>
          </a:bodyPr>
          <a:p>
            <a:pPr algn="ctr"/>
            <a:r>
              <a:rPr lang="zh-CN" altLang="en-US" sz="2000" dirty="0" smtClean="0">
                <a:latin typeface="Arial" panose="020B0604020202020204" pitchFamily="34" charset="0"/>
                <a:ea typeface="Microsoft YaHei" panose="020B0503020204020204" pitchFamily="34" charset="-122"/>
                <a:cs typeface="+mn-ea"/>
                <a:sym typeface="Arial" panose="020B0604020202020204" pitchFamily="34" charset="0"/>
              </a:rPr>
              <a:t>语义</a:t>
            </a:r>
            <a:r>
              <a:rPr lang="en-US" altLang="zh-CN" sz="2000" dirty="0" smtClean="0">
                <a:latin typeface="Arial" panose="020B0604020202020204" pitchFamily="34" charset="0"/>
                <a:ea typeface="Microsoft YaHei" panose="020B0503020204020204" pitchFamily="34" charset="-122"/>
                <a:cs typeface="+mn-ea"/>
                <a:sym typeface="Arial" panose="020B0604020202020204" pitchFamily="34" charset="0"/>
              </a:rPr>
              <a:t>IoU</a:t>
            </a:r>
            <a:endParaRPr lang="en-US" altLang="zh-CN" sz="2000" dirty="0" smtClean="0">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4" name="文本框 3"/>
          <p:cNvSpPr txBox="1"/>
          <p:nvPr/>
        </p:nvSpPr>
        <p:spPr>
          <a:xfrm>
            <a:off x="389890" y="2804160"/>
            <a:ext cx="4064000" cy="398780"/>
          </a:xfrm>
          <a:prstGeom prst="rect">
            <a:avLst/>
          </a:prstGeom>
          <a:noFill/>
        </p:spPr>
        <p:txBody>
          <a:bodyPr wrap="square" rtlCol="0">
            <a:spAutoFit/>
          </a:bodyPr>
          <a:p>
            <a:pPr algn="ctr"/>
            <a:r>
              <a:rPr lang="en-US" sz="2000" dirty="0" smtClean="0">
                <a:latin typeface="Arial" panose="020B0604020202020204" pitchFamily="34" charset="0"/>
                <a:ea typeface="Microsoft YaHei" panose="020B0503020204020204" pitchFamily="34" charset="-122"/>
                <a:cs typeface="+mn-ea"/>
                <a:sym typeface="Arial" panose="020B0604020202020204" pitchFamily="34" charset="0"/>
              </a:rPr>
              <a:t>FID/FVD</a:t>
            </a:r>
            <a:endParaRPr lang="en-US" sz="2000" dirty="0" smtClean="0">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5" name="文本框 4"/>
          <p:cNvSpPr txBox="1"/>
          <p:nvPr/>
        </p:nvSpPr>
        <p:spPr>
          <a:xfrm>
            <a:off x="7467600" y="2804160"/>
            <a:ext cx="4064000" cy="398780"/>
          </a:xfrm>
          <a:prstGeom prst="rect">
            <a:avLst/>
          </a:prstGeom>
          <a:noFill/>
        </p:spPr>
        <p:txBody>
          <a:bodyPr wrap="square" rtlCol="0">
            <a:spAutoFit/>
          </a:bodyPr>
          <a:p>
            <a:pPr algn="ctr"/>
            <a:r>
              <a:rPr lang="en-US" sz="2000" dirty="0" smtClean="0">
                <a:latin typeface="Arial" panose="020B0604020202020204" pitchFamily="34" charset="0"/>
                <a:ea typeface="Microsoft YaHei" panose="020B0503020204020204" pitchFamily="34" charset="-122"/>
                <a:cs typeface="+mn-ea"/>
                <a:sym typeface="Arial" panose="020B0604020202020204" pitchFamily="34" charset="0"/>
              </a:rPr>
              <a:t>Cam TransErr RotErr</a:t>
            </a:r>
            <a:endParaRPr lang="en-US" sz="2000" dirty="0" smtClean="0">
              <a:latin typeface="Arial" panose="020B0604020202020204" pitchFamily="34" charset="0"/>
              <a:ea typeface="Microsoft YaHei" panose="020B0503020204020204" pitchFamily="34" charset="-122"/>
              <a:cs typeface="+mn-ea"/>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ags/tag1.xml><?xml version="1.0" encoding="utf-8"?>
<p:tagLst xmlns:p="http://schemas.openxmlformats.org/presentationml/2006/main">
  <p:tag name="KSO_WPP_MARK_KEY" val="9e3bf6be-fc96-4ab0-8e19-26737f455061"/>
  <p:tag name="COMMONDATA" val="eyJoZGlkIjoiYWRkMjgyODQ3Y2M2ZjJhODRiOWE1MTZhMWE5NGJlMDYifQ=="/>
</p:tagLst>
</file>

<file path=ppt/theme/theme1.xml><?xml version="1.0" encoding="utf-8"?>
<a:theme xmlns:a="http://schemas.openxmlformats.org/drawingml/2006/main" name="自定义设计方案">
  <a:themeElements>
    <a:clrScheme name="自定义 2">
      <a:dk1>
        <a:srgbClr val="000000"/>
      </a:dk1>
      <a:lt1>
        <a:srgbClr val="FFFFFF"/>
      </a:lt1>
      <a:dk2>
        <a:srgbClr val="768395"/>
      </a:dk2>
      <a:lt2>
        <a:srgbClr val="F0F0F0"/>
      </a:lt2>
      <a:accent1>
        <a:srgbClr val="9A0001"/>
      </a:accent1>
      <a:accent2>
        <a:srgbClr val="CEAB6E"/>
      </a:accent2>
      <a:accent3>
        <a:srgbClr val="063771"/>
      </a:accent3>
      <a:accent4>
        <a:srgbClr val="F3F4F8"/>
      </a:accent4>
      <a:accent5>
        <a:srgbClr val="64646C"/>
      </a:accent5>
      <a:accent6>
        <a:srgbClr val="FFFFFF"/>
      </a:accent6>
      <a:hlink>
        <a:srgbClr val="0070C0"/>
      </a:hlink>
      <a:folHlink>
        <a:srgbClr val="BFBFBF"/>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ctr">
          <a:defRPr sz="2000" dirty="0" smtClean="0">
            <a:latin typeface="Arial" panose="020B0604020202020204" pitchFamily="34" charset="0"/>
            <a:ea typeface="Microsoft YaHei" panose="020B0503020204020204" pitchFamily="34" charset="-122"/>
            <a:cs typeface="+mn-ea"/>
            <a:sym typeface="Arial" panose="020B0604020202020204" pitchFamily="34"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自定义 2">
      <a:dk1>
        <a:srgbClr val="000000"/>
      </a:dk1>
      <a:lt1>
        <a:srgbClr val="FFFFFF"/>
      </a:lt1>
      <a:dk2>
        <a:srgbClr val="768395"/>
      </a:dk2>
      <a:lt2>
        <a:srgbClr val="F0F0F0"/>
      </a:lt2>
      <a:accent1>
        <a:srgbClr val="9A0001"/>
      </a:accent1>
      <a:accent2>
        <a:srgbClr val="CEAB6E"/>
      </a:accent2>
      <a:accent3>
        <a:srgbClr val="063771"/>
      </a:accent3>
      <a:accent4>
        <a:srgbClr val="F3F4F8"/>
      </a:accent4>
      <a:accent5>
        <a:srgbClr val="64646C"/>
      </a:accent5>
      <a:accent6>
        <a:srgbClr val="FFFFFF"/>
      </a:accent6>
      <a:hlink>
        <a:srgbClr val="0070C0"/>
      </a:hlink>
      <a:folHlink>
        <a:srgbClr val="BFBFBF"/>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ctr">
          <a:defRPr sz="2000" dirty="0" smtClean="0">
            <a:latin typeface="Arial" panose="020B0604020202020204" pitchFamily="34" charset="0"/>
            <a:ea typeface="Microsoft YaHei" panose="020B0503020204020204" pitchFamily="34" charset="-122"/>
            <a:cs typeface="+mn-ea"/>
            <a:sym typeface="Arial" panose="020B0604020202020204" pitchFamily="34"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71</Words>
  <Application>WPS 演示</Application>
  <PresentationFormat>宽屏</PresentationFormat>
  <Paragraphs>8</Paragraphs>
  <Slides>2</Slides>
  <Notes>15</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2</vt:i4>
      </vt:variant>
    </vt:vector>
  </HeadingPairs>
  <TitlesOfParts>
    <vt:vector size="13" baseType="lpstr">
      <vt:lpstr>Arial</vt:lpstr>
      <vt:lpstr>SimSun</vt:lpstr>
      <vt:lpstr>Wingdings</vt:lpstr>
      <vt:lpstr>Microsoft YaHei</vt:lpstr>
      <vt:lpstr>经典圆体简</vt:lpstr>
      <vt:lpstr>Arial</vt:lpstr>
      <vt:lpstr>Times New Roman</vt:lpstr>
      <vt:lpstr>Arial Unicode MS</vt:lpstr>
      <vt:lpstr>DengXian</vt:lpstr>
      <vt:lpstr>自定义设计方案</vt:lpstr>
      <vt:lpstr>1_自定义设计方案</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田 振宇</dc:creator>
  <cp:lastModifiedBy>BlossomsGarden</cp:lastModifiedBy>
  <cp:revision>3533</cp:revision>
  <dcterms:created xsi:type="dcterms:W3CDTF">2026-01-21T06:30:00Z</dcterms:created>
  <dcterms:modified xsi:type="dcterms:W3CDTF">2026-09-08T01:24:19Z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Nuaxnuy@DESKTOP-GLORKB7</vt:lpwstr>
  </property>
  <property fmtid="{D5CDD505-2E9C-101B-9397-08002B2CF9AE}" pid="5" name="MSIP_Label_f42aa342-8706-4288-bd11-ebb85995028c_SetDate">
    <vt:lpwstr>2019-04-13T09:21:34.3521271Z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8ba33e4d-f70c-4f8a-80c4-7b79b430a7ab</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y fmtid="{D5CDD505-2E9C-101B-9397-08002B2CF9AE}" pid="11" name="ICV">
    <vt:lpwstr>2856BBE884554EA6A1EBE118EBE72E4F_12</vt:lpwstr>
  </property>
  <property fmtid="{D5CDD505-2E9C-101B-9397-08002B2CF9AE}" pid="12" name="KSOProductBuildVer">
    <vt:lpwstr>2052-12.1.0.28043</vt:lpwstr>
  </property>
</Properties>
</file>